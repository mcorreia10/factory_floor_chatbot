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8" r:id="rId2"/>
    <p:sldId id="259" r:id="rId3"/>
    <p:sldId id="260" r:id="rId4"/>
    <p:sldId id="261" r:id="rId5"/>
    <p:sldId id="262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759E07-5085-BB97-25A7-750EC969BAAD}" v="1" dt="2026-08-15T12:18:50.029"/>
    <p1510:client id="{29065805-ADF3-DBC1-B675-41842E816DFC}" v="42" dt="2026-08-15T08:21:29.645"/>
    <p1510:client id="{2CCBA06A-A69F-87C8-23AC-35DB1F517B6B}" v="553" dt="2026-08-13T18:45:39.8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61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microsoft.com/office/2016/11/relationships/changesInfo" Target="changesInfos/changesInfo1.xml"/><Relationship Id="rId12" Type="http://schemas.microsoft.com/office/2015/10/relationships/revisionInfo" Target="revisionInfo.xml"/><Relationship Id="rId13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celo Correia" userId="009363dc3a04294a" providerId="Windows Live" clId="Web-{29065805-ADF3-DBC1-B675-41842E816DFC}"/>
    <pc:docChg chg="addSld modSld">
      <pc:chgData name="Marcelo Correia" userId="009363dc3a04294a" providerId="Windows Live" clId="Web-{29065805-ADF3-DBC1-B675-41842E816DFC}" dt="2026-08-15T08:21:29.645" v="41"/>
      <pc:docMkLst>
        <pc:docMk/>
      </pc:docMkLst>
      <pc:sldChg chg="addSp delSp modSp">
        <pc:chgData name="Marcelo Correia" userId="009363dc3a04294a" providerId="Windows Live" clId="Web-{29065805-ADF3-DBC1-B675-41842E816DFC}" dt="2026-08-15T08:16:28.463" v="39" actId="20577"/>
        <pc:sldMkLst>
          <pc:docMk/>
          <pc:sldMk cId="3635635388" sldId="259"/>
        </pc:sldMkLst>
        <pc:spChg chg="mod">
          <ac:chgData name="Marcelo Correia" userId="009363dc3a04294a" providerId="Windows Live" clId="Web-{29065805-ADF3-DBC1-B675-41842E816DFC}" dt="2026-08-15T08:16:23.072" v="37" actId="20577"/>
          <ac:spMkLst>
            <pc:docMk/>
            <pc:sldMk cId="3635635388" sldId="259"/>
            <ac:spMk id="4" creationId="{00000000-0000-0000-0000-000000000000}"/>
          </ac:spMkLst>
        </pc:spChg>
        <pc:spChg chg="mod">
          <ac:chgData name="Marcelo Correia" userId="009363dc3a04294a" providerId="Windows Live" clId="Web-{29065805-ADF3-DBC1-B675-41842E816DFC}" dt="2026-08-15T08:16:28.463" v="39" actId="20577"/>
          <ac:spMkLst>
            <pc:docMk/>
            <pc:sldMk cId="3635635388" sldId="259"/>
            <ac:spMk id="5" creationId="{00000000-0000-0000-0000-000000000000}"/>
          </ac:spMkLst>
        </pc:spChg>
        <pc:spChg chg="add del">
          <ac:chgData name="Marcelo Correia" userId="009363dc3a04294a" providerId="Windows Live" clId="Web-{29065805-ADF3-DBC1-B675-41842E816DFC}" dt="2026-08-15T08:14:24.428" v="18"/>
          <ac:spMkLst>
            <pc:docMk/>
            <pc:sldMk cId="3635635388" sldId="259"/>
            <ac:spMk id="16" creationId="{17924C36-21E4-92E8-8EC1-55CDF590326D}"/>
          </ac:spMkLst>
        </pc:spChg>
        <pc:spChg chg="mod">
          <ac:chgData name="Marcelo Correia" userId="009363dc3a04294a" providerId="Windows Live" clId="Web-{29065805-ADF3-DBC1-B675-41842E816DFC}" dt="2026-08-15T08:11:54.468" v="4"/>
          <ac:spMkLst>
            <pc:docMk/>
            <pc:sldMk cId="3635635388" sldId="259"/>
            <ac:spMk id="24" creationId="{00000000-0000-0000-0000-000000000000}"/>
          </ac:spMkLst>
        </pc:spChg>
        <pc:spChg chg="mod">
          <ac:chgData name="Marcelo Correia" userId="009363dc3a04294a" providerId="Windows Live" clId="Web-{29065805-ADF3-DBC1-B675-41842E816DFC}" dt="2026-08-15T08:11:33.514" v="2"/>
          <ac:spMkLst>
            <pc:docMk/>
            <pc:sldMk cId="3635635388" sldId="259"/>
            <ac:spMk id="25" creationId="{00000000-0000-0000-0000-000000000000}"/>
          </ac:spMkLst>
        </pc:spChg>
        <pc:spChg chg="mod">
          <ac:chgData name="Marcelo Correia" userId="009363dc3a04294a" providerId="Windows Live" clId="Web-{29065805-ADF3-DBC1-B675-41842E816DFC}" dt="2026-08-15T08:14:34.959" v="19"/>
          <ac:spMkLst>
            <pc:docMk/>
            <pc:sldMk cId="3635635388" sldId="259"/>
            <ac:spMk id="26" creationId="{00000000-0000-0000-0000-000000000000}"/>
          </ac:spMkLst>
        </pc:spChg>
        <pc:spChg chg="mod">
          <ac:chgData name="Marcelo Correia" userId="009363dc3a04294a" providerId="Windows Live" clId="Web-{29065805-ADF3-DBC1-B675-41842E816DFC}" dt="2026-08-15T08:12:05.406" v="8" actId="20577"/>
          <ac:spMkLst>
            <pc:docMk/>
            <pc:sldMk cId="3635635388" sldId="259"/>
            <ac:spMk id="30" creationId="{00000000-0000-0000-0000-000000000000}"/>
          </ac:spMkLst>
        </pc:spChg>
        <pc:spChg chg="mod">
          <ac:chgData name="Marcelo Correia" userId="009363dc3a04294a" providerId="Windows Live" clId="Web-{29065805-ADF3-DBC1-B675-41842E816DFC}" dt="2026-08-15T08:14:53.476" v="21"/>
          <ac:spMkLst>
            <pc:docMk/>
            <pc:sldMk cId="3635635388" sldId="259"/>
            <ac:spMk id="31" creationId="{00000000-0000-0000-0000-000000000000}"/>
          </ac:spMkLst>
        </pc:spChg>
        <pc:spChg chg="mod">
          <ac:chgData name="Marcelo Correia" userId="009363dc3a04294a" providerId="Windows Live" clId="Web-{29065805-ADF3-DBC1-B675-41842E816DFC}" dt="2026-08-15T08:14:45.960" v="20"/>
          <ac:spMkLst>
            <pc:docMk/>
            <pc:sldMk cId="3635635388" sldId="259"/>
            <ac:spMk id="32" creationId="{00000000-0000-0000-0000-000000000000}"/>
          </ac:spMkLst>
        </pc:spChg>
        <pc:spChg chg="mod">
          <ac:chgData name="Marcelo Correia" userId="009363dc3a04294a" providerId="Windows Live" clId="Web-{29065805-ADF3-DBC1-B675-41842E816DFC}" dt="2026-08-15T08:15:22.695" v="32" actId="20577"/>
          <ac:spMkLst>
            <pc:docMk/>
            <pc:sldMk cId="3635635388" sldId="259"/>
            <ac:spMk id="37" creationId="{00000000-0000-0000-0000-000000000000}"/>
          </ac:spMkLst>
        </pc:spChg>
        <pc:spChg chg="mod">
          <ac:chgData name="Marcelo Correia" userId="009363dc3a04294a" providerId="Windows Live" clId="Web-{29065805-ADF3-DBC1-B675-41842E816DFC}" dt="2026-08-15T08:13:38.190" v="16"/>
          <ac:spMkLst>
            <pc:docMk/>
            <pc:sldMk cId="3635635388" sldId="259"/>
            <ac:spMk id="38" creationId="{00000000-0000-0000-0000-000000000000}"/>
          </ac:spMkLst>
        </pc:spChg>
        <pc:spChg chg="mod">
          <ac:chgData name="Marcelo Correia" userId="009363dc3a04294a" providerId="Windows Live" clId="Web-{29065805-ADF3-DBC1-B675-41842E816DFC}" dt="2026-08-15T08:13:29.268" v="15"/>
          <ac:spMkLst>
            <pc:docMk/>
            <pc:sldMk cId="3635635388" sldId="259"/>
            <ac:spMk id="39" creationId="{00000000-0000-0000-0000-000000000000}"/>
          </ac:spMkLst>
        </pc:spChg>
        <pc:spChg chg="mod">
          <ac:chgData name="Marcelo Correia" userId="009363dc3a04294a" providerId="Windows Live" clId="Web-{29065805-ADF3-DBC1-B675-41842E816DFC}" dt="2026-08-15T08:13:20.111" v="14"/>
          <ac:spMkLst>
            <pc:docMk/>
            <pc:sldMk cId="3635635388" sldId="259"/>
            <ac:spMk id="40" creationId="{00000000-0000-0000-0000-000000000000}"/>
          </ac:spMkLst>
        </pc:spChg>
        <pc:spChg chg="mod">
          <ac:chgData name="Marcelo Correia" userId="009363dc3a04294a" providerId="Windows Live" clId="Web-{29065805-ADF3-DBC1-B675-41842E816DFC}" dt="2026-08-15T08:15:35.258" v="36" actId="20577"/>
          <ac:spMkLst>
            <pc:docMk/>
            <pc:sldMk cId="3635635388" sldId="259"/>
            <ac:spMk id="44" creationId="{00000000-0000-0000-0000-000000000000}"/>
          </ac:spMkLst>
        </pc:spChg>
      </pc:sldChg>
      <pc:sldChg chg="addSp modSp new">
        <pc:chgData name="Marcelo Correia" userId="009363dc3a04294a" providerId="Windows Live" clId="Web-{29065805-ADF3-DBC1-B675-41842E816DFC}" dt="2026-08-15T08:21:29.645" v="41"/>
        <pc:sldMkLst>
          <pc:docMk/>
          <pc:sldMk cId="918811434" sldId="260"/>
        </pc:sldMkLst>
        <pc:picChg chg="add mod">
          <ac:chgData name="Marcelo Correia" userId="009363dc3a04294a" providerId="Windows Live" clId="Web-{29065805-ADF3-DBC1-B675-41842E816DFC}" dt="2026-08-15T08:21:29.645" v="41"/>
          <ac:picMkLst>
            <pc:docMk/>
            <pc:sldMk cId="918811434" sldId="260"/>
            <ac:picMk id="2" creationId="{8E1F1B56-D6ED-37F6-4CF8-39AF004BA532}"/>
          </ac:picMkLst>
        </pc:picChg>
      </pc:sldChg>
    </pc:docChg>
  </pc:docChgLst>
  <pc:docChgLst>
    <pc:chgData name="Marcelo Correia" userId="009363dc3a04294a" providerId="Windows Live" clId="Web-{28759E07-5085-BB97-25A7-750EC969BAAD}"/>
    <pc:docChg chg="delSld">
      <pc:chgData name="Marcelo Correia" userId="009363dc3a04294a" providerId="Windows Live" clId="Web-{28759E07-5085-BB97-25A7-750EC969BAAD}" dt="2026-08-15T12:18:50.029" v="0"/>
      <pc:docMkLst>
        <pc:docMk/>
      </pc:docMkLst>
      <pc:sldChg chg="del">
        <pc:chgData name="Marcelo Correia" userId="009363dc3a04294a" providerId="Windows Live" clId="Web-{28759E07-5085-BB97-25A7-750EC969BAAD}" dt="2026-08-15T12:18:50.029" v="0"/>
        <pc:sldMkLst>
          <pc:docMk/>
          <pc:sldMk cId="918811434" sldId="260"/>
        </pc:sldMkLst>
      </pc:sldChg>
    </pc:docChg>
  </pc:docChgLst>
  <pc:docChgLst>
    <pc:chgData name="Marcelo Correia" userId="009363dc3a04294a" providerId="Windows Live" clId="Web-{2CCBA06A-A69F-87C8-23AC-35DB1F517B6B}"/>
    <pc:docChg chg="addSld delSld modSld sldOrd">
      <pc:chgData name="Marcelo Correia" userId="009363dc3a04294a" providerId="Windows Live" clId="Web-{2CCBA06A-A69F-87C8-23AC-35DB1F517B6B}" dt="2026-08-13T18:45:39.847" v="530" actId="20577"/>
      <pc:docMkLst>
        <pc:docMk/>
      </pc:docMkLst>
      <pc:sldChg chg="delSp modSp add ord">
        <pc:chgData name="Marcelo Correia" userId="009363dc3a04294a" providerId="Windows Live" clId="Web-{2CCBA06A-A69F-87C8-23AC-35DB1F517B6B}" dt="2026-08-13T18:08:44.513" v="440" actId="20577"/>
        <pc:sldMkLst>
          <pc:docMk/>
          <pc:sldMk cId="0" sldId="258"/>
        </pc:sldMkLst>
        <pc:spChg chg="mod">
          <ac:chgData name="Marcelo Correia" userId="009363dc3a04294a" providerId="Windows Live" clId="Web-{2CCBA06A-A69F-87C8-23AC-35DB1F517B6B}" dt="2026-08-13T17:15:42.939" v="91" actId="20577"/>
          <ac:spMkLst>
            <pc:docMk/>
            <pc:sldMk cId="0" sldId="258"/>
            <ac:spMk id="2" creationId="{00000000-0000-0000-0000-000000000000}"/>
          </ac:spMkLst>
        </pc:spChg>
        <pc:spChg chg="mod">
          <ac:chgData name="Marcelo Correia" userId="009363dc3a04294a" providerId="Windows Live" clId="Web-{2CCBA06A-A69F-87C8-23AC-35DB1F517B6B}" dt="2026-08-13T17:16:02.299" v="107" actId="20577"/>
          <ac:spMkLst>
            <pc:docMk/>
            <pc:sldMk cId="0" sldId="258"/>
            <ac:spMk id="3" creationId="{00000000-0000-0000-0000-000000000000}"/>
          </ac:spMkLst>
        </pc:spChg>
        <pc:spChg chg="mod">
          <ac:chgData name="Marcelo Correia" userId="009363dc3a04294a" providerId="Windows Live" clId="Web-{2CCBA06A-A69F-87C8-23AC-35DB1F517B6B}" dt="2026-08-13T17:16:21.113" v="111" actId="1076"/>
          <ac:spMkLst>
            <pc:docMk/>
            <pc:sldMk cId="0" sldId="258"/>
            <ac:spMk id="10" creationId="{00000000-0000-0000-0000-000000000000}"/>
          </ac:spMkLst>
        </pc:spChg>
        <pc:spChg chg="mod">
          <ac:chgData name="Marcelo Correia" userId="009363dc3a04294a" providerId="Windows Live" clId="Web-{2CCBA06A-A69F-87C8-23AC-35DB1F517B6B}" dt="2026-08-13T18:06:36.383" v="439" actId="20577"/>
          <ac:spMkLst>
            <pc:docMk/>
            <pc:sldMk cId="0" sldId="258"/>
            <ac:spMk id="17" creationId="{00000000-0000-0000-0000-000000000000}"/>
          </ac:spMkLst>
        </pc:spChg>
        <pc:spChg chg="mod">
          <ac:chgData name="Marcelo Correia" userId="009363dc3a04294a" providerId="Windows Live" clId="Web-{2CCBA06A-A69F-87C8-23AC-35DB1F517B6B}" dt="2026-08-13T17:41:10.997" v="197" actId="20577"/>
          <ac:spMkLst>
            <pc:docMk/>
            <pc:sldMk cId="0" sldId="258"/>
            <ac:spMk id="19" creationId="{00000000-0000-0000-0000-000000000000}"/>
          </ac:spMkLst>
        </pc:spChg>
        <pc:spChg chg="mod">
          <ac:chgData name="Marcelo Correia" userId="009363dc3a04294a" providerId="Windows Live" clId="Web-{2CCBA06A-A69F-87C8-23AC-35DB1F517B6B}" dt="2026-08-13T17:42:19.094" v="248" actId="20577"/>
          <ac:spMkLst>
            <pc:docMk/>
            <pc:sldMk cId="0" sldId="258"/>
            <ac:spMk id="21" creationId="{00000000-0000-0000-0000-000000000000}"/>
          </ac:spMkLst>
        </pc:spChg>
        <pc:spChg chg="mod">
          <ac:chgData name="Marcelo Correia" userId="009363dc3a04294a" providerId="Windows Live" clId="Web-{2CCBA06A-A69F-87C8-23AC-35DB1F517B6B}" dt="2026-08-13T17:48:59.140" v="394" actId="14100"/>
          <ac:spMkLst>
            <pc:docMk/>
            <pc:sldMk cId="0" sldId="258"/>
            <ac:spMk id="39" creationId="{00000000-0000-0000-0000-000000000000}"/>
          </ac:spMkLst>
        </pc:spChg>
        <pc:spChg chg="mod">
          <ac:chgData name="Marcelo Correia" userId="009363dc3a04294a" providerId="Windows Live" clId="Web-{2CCBA06A-A69F-87C8-23AC-35DB1F517B6B}" dt="2026-08-13T17:43:53.613" v="280" actId="20577"/>
          <ac:spMkLst>
            <pc:docMk/>
            <pc:sldMk cId="0" sldId="258"/>
            <ac:spMk id="40" creationId="{00000000-0000-0000-0000-000000000000}"/>
          </ac:spMkLst>
        </pc:spChg>
        <pc:spChg chg="mod">
          <ac:chgData name="Marcelo Correia" userId="009363dc3a04294a" providerId="Windows Live" clId="Web-{2CCBA06A-A69F-87C8-23AC-35DB1F517B6B}" dt="2026-08-13T17:48:32.201" v="384" actId="1076"/>
          <ac:spMkLst>
            <pc:docMk/>
            <pc:sldMk cId="0" sldId="258"/>
            <ac:spMk id="41" creationId="{00000000-0000-0000-0000-000000000000}"/>
          </ac:spMkLst>
        </pc:spChg>
        <pc:spChg chg="mod">
          <ac:chgData name="Marcelo Correia" userId="009363dc3a04294a" providerId="Windows Live" clId="Web-{2CCBA06A-A69F-87C8-23AC-35DB1F517B6B}" dt="2026-08-13T17:48:32.217" v="385" actId="1076"/>
          <ac:spMkLst>
            <pc:docMk/>
            <pc:sldMk cId="0" sldId="258"/>
            <ac:spMk id="42" creationId="{00000000-0000-0000-0000-000000000000}"/>
          </ac:spMkLst>
        </pc:spChg>
        <pc:spChg chg="mod">
          <ac:chgData name="Marcelo Correia" userId="009363dc3a04294a" providerId="Windows Live" clId="Web-{2CCBA06A-A69F-87C8-23AC-35DB1F517B6B}" dt="2026-08-13T17:48:32.232" v="386" actId="1076"/>
          <ac:spMkLst>
            <pc:docMk/>
            <pc:sldMk cId="0" sldId="258"/>
            <ac:spMk id="43" creationId="{00000000-0000-0000-0000-000000000000}"/>
          </ac:spMkLst>
        </pc:spChg>
        <pc:spChg chg="mod">
          <ac:chgData name="Marcelo Correia" userId="009363dc3a04294a" providerId="Windows Live" clId="Web-{2CCBA06A-A69F-87C8-23AC-35DB1F517B6B}" dt="2026-08-13T17:48:41.264" v="391" actId="1076"/>
          <ac:spMkLst>
            <pc:docMk/>
            <pc:sldMk cId="0" sldId="258"/>
            <ac:spMk id="44" creationId="{00000000-0000-0000-0000-000000000000}"/>
          </ac:spMkLst>
        </pc:spChg>
        <pc:spChg chg="mod">
          <ac:chgData name="Marcelo Correia" userId="009363dc3a04294a" providerId="Windows Live" clId="Web-{2CCBA06A-A69F-87C8-23AC-35DB1F517B6B}" dt="2026-08-13T17:48:32.264" v="387" actId="1076"/>
          <ac:spMkLst>
            <pc:docMk/>
            <pc:sldMk cId="0" sldId="258"/>
            <ac:spMk id="45" creationId="{00000000-0000-0000-0000-000000000000}"/>
          </ac:spMkLst>
        </pc:spChg>
        <pc:spChg chg="mod">
          <ac:chgData name="Marcelo Correia" userId="009363dc3a04294a" providerId="Windows Live" clId="Web-{2CCBA06A-A69F-87C8-23AC-35DB1F517B6B}" dt="2026-08-13T18:08:44.513" v="440" actId="20577"/>
          <ac:spMkLst>
            <pc:docMk/>
            <pc:sldMk cId="0" sldId="258"/>
            <ac:spMk id="46" creationId="{00000000-0000-0000-0000-000000000000}"/>
          </ac:spMkLst>
        </pc:spChg>
        <pc:spChg chg="mod">
          <ac:chgData name="Marcelo Correia" userId="009363dc3a04294a" providerId="Windows Live" clId="Web-{2CCBA06A-A69F-87C8-23AC-35DB1F517B6B}" dt="2026-08-13T17:48:53.171" v="393" actId="1076"/>
          <ac:spMkLst>
            <pc:docMk/>
            <pc:sldMk cId="0" sldId="258"/>
            <ac:spMk id="47" creationId="{00000000-0000-0000-0000-000000000000}"/>
          </ac:spMkLst>
        </pc:spChg>
        <pc:spChg chg="mod">
          <ac:chgData name="Marcelo Correia" userId="009363dc3a04294a" providerId="Windows Live" clId="Web-{2CCBA06A-A69F-87C8-23AC-35DB1F517B6B}" dt="2026-08-13T17:49:17.640" v="396" actId="14100"/>
          <ac:spMkLst>
            <pc:docMk/>
            <pc:sldMk cId="0" sldId="258"/>
            <ac:spMk id="48" creationId="{00000000-0000-0000-0000-000000000000}"/>
          </ac:spMkLst>
        </pc:spChg>
        <pc:spChg chg="mod">
          <ac:chgData name="Marcelo Correia" userId="009363dc3a04294a" providerId="Windows Live" clId="Web-{2CCBA06A-A69F-87C8-23AC-35DB1F517B6B}" dt="2026-08-13T17:48:32.310" v="390" actId="1076"/>
          <ac:spMkLst>
            <pc:docMk/>
            <pc:sldMk cId="0" sldId="258"/>
            <ac:spMk id="49" creationId="{00000000-0000-0000-0000-000000000000}"/>
          </ac:spMkLst>
        </pc:spChg>
      </pc:sldChg>
      <pc:sldChg chg="modSp add">
        <pc:chgData name="Marcelo Correia" userId="009363dc3a04294a" providerId="Windows Live" clId="Web-{2CCBA06A-A69F-87C8-23AC-35DB1F517B6B}" dt="2026-08-13T18:45:39.847" v="530" actId="20577"/>
        <pc:sldMkLst>
          <pc:docMk/>
          <pc:sldMk cId="3635635388" sldId="259"/>
        </pc:sldMkLst>
        <pc:spChg chg="mod">
          <ac:chgData name="Marcelo Correia" userId="009363dc3a04294a" providerId="Windows Live" clId="Web-{2CCBA06A-A69F-87C8-23AC-35DB1F517B6B}" dt="2026-08-13T18:04:57.894" v="428" actId="20577"/>
          <ac:spMkLst>
            <pc:docMk/>
            <pc:sldMk cId="3635635388" sldId="259"/>
            <ac:spMk id="3" creationId="{00000000-0000-0000-0000-000000000000}"/>
          </ac:spMkLst>
        </pc:spChg>
        <pc:spChg chg="mod">
          <ac:chgData name="Marcelo Correia" userId="009363dc3a04294a" providerId="Windows Live" clId="Web-{2CCBA06A-A69F-87C8-23AC-35DB1F517B6B}" dt="2026-08-13T18:26:44.382" v="501" actId="1076"/>
          <ac:spMkLst>
            <pc:docMk/>
            <pc:sldMk cId="3635635388" sldId="259"/>
            <ac:spMk id="21" creationId="{00000000-0000-0000-0000-000000000000}"/>
          </ac:spMkLst>
        </pc:spChg>
        <pc:spChg chg="mod">
          <ac:chgData name="Marcelo Correia" userId="009363dc3a04294a" providerId="Windows Live" clId="Web-{2CCBA06A-A69F-87C8-23AC-35DB1F517B6B}" dt="2026-08-13T18:27:24.243" v="510" actId="1076"/>
          <ac:spMkLst>
            <pc:docMk/>
            <pc:sldMk cId="3635635388" sldId="259"/>
            <ac:spMk id="22" creationId="{00000000-0000-0000-0000-000000000000}"/>
          </ac:spMkLst>
        </pc:spChg>
        <pc:spChg chg="mod">
          <ac:chgData name="Marcelo Correia" userId="009363dc3a04294a" providerId="Windows Live" clId="Web-{2CCBA06A-A69F-87C8-23AC-35DB1F517B6B}" dt="2026-08-13T18:45:31.878" v="528" actId="20577"/>
          <ac:spMkLst>
            <pc:docMk/>
            <pc:sldMk cId="3635635388" sldId="259"/>
            <ac:spMk id="23" creationId="{00000000-0000-0000-0000-000000000000}"/>
          </ac:spMkLst>
        </pc:spChg>
        <pc:spChg chg="mod">
          <ac:chgData name="Marcelo Correia" userId="009363dc3a04294a" providerId="Windows Live" clId="Web-{2CCBA06A-A69F-87C8-23AC-35DB1F517B6B}" dt="2026-08-13T18:26:44.429" v="502" actId="1076"/>
          <ac:spMkLst>
            <pc:docMk/>
            <pc:sldMk cId="3635635388" sldId="259"/>
            <ac:spMk id="28" creationId="{00000000-0000-0000-0000-000000000000}"/>
          </ac:spMkLst>
        </pc:spChg>
        <pc:spChg chg="mod">
          <ac:chgData name="Marcelo Correia" userId="009363dc3a04294a" providerId="Windows Live" clId="Web-{2CCBA06A-A69F-87C8-23AC-35DB1F517B6B}" dt="2026-08-13T18:27:24.306" v="512" actId="1076"/>
          <ac:spMkLst>
            <pc:docMk/>
            <pc:sldMk cId="3635635388" sldId="259"/>
            <ac:spMk id="29" creationId="{00000000-0000-0000-0000-000000000000}"/>
          </ac:spMkLst>
        </pc:spChg>
        <pc:spChg chg="mod">
          <ac:chgData name="Marcelo Correia" userId="009363dc3a04294a" providerId="Windows Live" clId="Web-{2CCBA06A-A69F-87C8-23AC-35DB1F517B6B}" dt="2026-08-13T18:45:36.597" v="529" actId="20577"/>
          <ac:spMkLst>
            <pc:docMk/>
            <pc:sldMk cId="3635635388" sldId="259"/>
            <ac:spMk id="30" creationId="{00000000-0000-0000-0000-000000000000}"/>
          </ac:spMkLst>
        </pc:spChg>
        <pc:spChg chg="mod">
          <ac:chgData name="Marcelo Correia" userId="009363dc3a04294a" providerId="Windows Live" clId="Web-{2CCBA06A-A69F-87C8-23AC-35DB1F517B6B}" dt="2026-08-13T18:26:44.476" v="503" actId="1076"/>
          <ac:spMkLst>
            <pc:docMk/>
            <pc:sldMk cId="3635635388" sldId="259"/>
            <ac:spMk id="35" creationId="{00000000-0000-0000-0000-000000000000}"/>
          </ac:spMkLst>
        </pc:spChg>
        <pc:spChg chg="mod">
          <ac:chgData name="Marcelo Correia" userId="009363dc3a04294a" providerId="Windows Live" clId="Web-{2CCBA06A-A69F-87C8-23AC-35DB1F517B6B}" dt="2026-08-13T18:27:24.384" v="514" actId="1076"/>
          <ac:spMkLst>
            <pc:docMk/>
            <pc:sldMk cId="3635635388" sldId="259"/>
            <ac:spMk id="36" creationId="{00000000-0000-0000-0000-000000000000}"/>
          </ac:spMkLst>
        </pc:spChg>
        <pc:spChg chg="mod">
          <ac:chgData name="Marcelo Correia" userId="009363dc3a04294a" providerId="Windows Live" clId="Web-{2CCBA06A-A69F-87C8-23AC-35DB1F517B6B}" dt="2026-08-13T18:45:39.847" v="530" actId="20577"/>
          <ac:spMkLst>
            <pc:docMk/>
            <pc:sldMk cId="3635635388" sldId="259"/>
            <ac:spMk id="37" creationId="{00000000-0000-0000-0000-000000000000}"/>
          </ac:spMkLst>
        </pc:spChg>
        <pc:spChg chg="mod">
          <ac:chgData name="Marcelo Correia" userId="009363dc3a04294a" providerId="Windows Live" clId="Web-{2CCBA06A-A69F-87C8-23AC-35DB1F517B6B}" dt="2026-08-13T18:26:44.507" v="504" actId="1076"/>
          <ac:spMkLst>
            <pc:docMk/>
            <pc:sldMk cId="3635635388" sldId="259"/>
            <ac:spMk id="42" creationId="{00000000-0000-0000-0000-000000000000}"/>
          </ac:spMkLst>
        </pc:spChg>
        <pc:spChg chg="mod">
          <ac:chgData name="Marcelo Correia" userId="009363dc3a04294a" providerId="Windows Live" clId="Web-{2CCBA06A-A69F-87C8-23AC-35DB1F517B6B}" dt="2026-08-13T18:27:24.462" v="516" actId="1076"/>
          <ac:spMkLst>
            <pc:docMk/>
            <pc:sldMk cId="3635635388" sldId="259"/>
            <ac:spMk id="43" creationId="{00000000-0000-0000-0000-000000000000}"/>
          </ac:spMkLst>
        </pc:spChg>
        <pc:spChg chg="mod">
          <ac:chgData name="Marcelo Correia" userId="009363dc3a04294a" providerId="Windows Live" clId="Web-{2CCBA06A-A69F-87C8-23AC-35DB1F517B6B}" dt="2026-08-13T18:27:48.853" v="522" actId="1076"/>
          <ac:spMkLst>
            <pc:docMk/>
            <pc:sldMk cId="3635635388" sldId="259"/>
            <ac:spMk id="44" creationId="{00000000-0000-0000-0000-000000000000}"/>
          </ac:spMkLst>
        </pc:spChg>
        <pc:spChg chg="mod">
          <ac:chgData name="Marcelo Correia" userId="009363dc3a04294a" providerId="Windows Live" clId="Web-{2CCBA06A-A69F-87C8-23AC-35DB1F517B6B}" dt="2026-08-13T18:26:44.554" v="505" actId="1076"/>
          <ac:spMkLst>
            <pc:docMk/>
            <pc:sldMk cId="3635635388" sldId="259"/>
            <ac:spMk id="49" creationId="{00000000-0000-0000-0000-000000000000}"/>
          </ac:spMkLst>
        </pc:spChg>
        <pc:spChg chg="mod">
          <ac:chgData name="Marcelo Correia" userId="009363dc3a04294a" providerId="Windows Live" clId="Web-{2CCBA06A-A69F-87C8-23AC-35DB1F517B6B}" dt="2026-08-13T18:27:24.493" v="517" actId="1076"/>
          <ac:spMkLst>
            <pc:docMk/>
            <pc:sldMk cId="3635635388" sldId="259"/>
            <ac:spMk id="50" creationId="{00000000-0000-0000-0000-000000000000}"/>
          </ac:spMkLst>
        </pc:spChg>
        <pc:spChg chg="mod">
          <ac:chgData name="Marcelo Correia" userId="009363dc3a04294a" providerId="Windows Live" clId="Web-{2CCBA06A-A69F-87C8-23AC-35DB1F517B6B}" dt="2026-08-13T18:27:48.885" v="523" actId="1076"/>
          <ac:spMkLst>
            <pc:docMk/>
            <pc:sldMk cId="3635635388" sldId="259"/>
            <ac:spMk id="51" creationId="{00000000-0000-0000-0000-000000000000}"/>
          </ac:spMkLst>
        </pc:spChg>
        <pc:spChg chg="mod">
          <ac:chgData name="Marcelo Correia" userId="009363dc3a04294a" providerId="Windows Live" clId="Web-{2CCBA06A-A69F-87C8-23AC-35DB1F517B6B}" dt="2026-08-13T18:26:44.601" v="506" actId="1076"/>
          <ac:spMkLst>
            <pc:docMk/>
            <pc:sldMk cId="3635635388" sldId="259"/>
            <ac:spMk id="56" creationId="{00000000-0000-0000-0000-000000000000}"/>
          </ac:spMkLst>
        </pc:spChg>
        <pc:spChg chg="mod">
          <ac:chgData name="Marcelo Correia" userId="009363dc3a04294a" providerId="Windows Live" clId="Web-{2CCBA06A-A69F-87C8-23AC-35DB1F517B6B}" dt="2026-08-13T18:27:24.524" v="518" actId="1076"/>
          <ac:spMkLst>
            <pc:docMk/>
            <pc:sldMk cId="3635635388" sldId="259"/>
            <ac:spMk id="57" creationId="{00000000-0000-0000-0000-000000000000}"/>
          </ac:spMkLst>
        </pc:spChg>
        <pc:spChg chg="mod">
          <ac:chgData name="Marcelo Correia" userId="009363dc3a04294a" providerId="Windows Live" clId="Web-{2CCBA06A-A69F-87C8-23AC-35DB1F517B6B}" dt="2026-08-13T18:27:48.932" v="524" actId="1076"/>
          <ac:spMkLst>
            <pc:docMk/>
            <pc:sldMk cId="3635635388" sldId="259"/>
            <ac:spMk id="58" creationId="{00000000-0000-0000-0000-000000000000}"/>
          </ac:spMkLst>
        </pc:spChg>
        <pc:spChg chg="mod">
          <ac:chgData name="Marcelo Correia" userId="009363dc3a04294a" providerId="Windows Live" clId="Web-{2CCBA06A-A69F-87C8-23AC-35DB1F517B6B}" dt="2026-08-13T18:26:44.648" v="507" actId="1076"/>
          <ac:spMkLst>
            <pc:docMk/>
            <pc:sldMk cId="3635635388" sldId="259"/>
            <ac:spMk id="63" creationId="{00000000-0000-0000-0000-000000000000}"/>
          </ac:spMkLst>
        </pc:spChg>
        <pc:spChg chg="mod">
          <ac:chgData name="Marcelo Correia" userId="009363dc3a04294a" providerId="Windows Live" clId="Web-{2CCBA06A-A69F-87C8-23AC-35DB1F517B6B}" dt="2026-08-13T18:28:06.182" v="526" actId="1076"/>
          <ac:spMkLst>
            <pc:docMk/>
            <pc:sldMk cId="3635635388" sldId="259"/>
            <ac:spMk id="64" creationId="{00000000-0000-0000-0000-000000000000}"/>
          </ac:spMkLst>
        </pc:spChg>
        <pc:spChg chg="mod">
          <ac:chgData name="Marcelo Correia" userId="009363dc3a04294a" providerId="Windows Live" clId="Web-{2CCBA06A-A69F-87C8-23AC-35DB1F517B6B}" dt="2026-08-13T18:27:24.571" v="519" actId="1076"/>
          <ac:spMkLst>
            <pc:docMk/>
            <pc:sldMk cId="3635635388" sldId="259"/>
            <ac:spMk id="65" creationId="{00000000-0000-0000-0000-000000000000}"/>
          </ac:spMkLst>
        </pc:spChg>
        <pc:spChg chg="mod">
          <ac:chgData name="Marcelo Correia" userId="009363dc3a04294a" providerId="Windows Live" clId="Web-{2CCBA06A-A69F-87C8-23AC-35DB1F517B6B}" dt="2026-08-13T18:26:44.679" v="508" actId="1076"/>
          <ac:spMkLst>
            <pc:docMk/>
            <pc:sldMk cId="3635635388" sldId="259"/>
            <ac:spMk id="70" creationId="{00000000-0000-0000-0000-000000000000}"/>
          </ac:spMkLst>
        </pc:spChg>
        <pc:spChg chg="mod">
          <ac:chgData name="Marcelo Correia" userId="009363dc3a04294a" providerId="Windows Live" clId="Web-{2CCBA06A-A69F-87C8-23AC-35DB1F517B6B}" dt="2026-08-13T18:28:06.214" v="527" actId="1076"/>
          <ac:spMkLst>
            <pc:docMk/>
            <pc:sldMk cId="3635635388" sldId="259"/>
            <ac:spMk id="71" creationId="{00000000-0000-0000-0000-000000000000}"/>
          </ac:spMkLst>
        </pc:spChg>
        <pc:spChg chg="mod">
          <ac:chgData name="Marcelo Correia" userId="009363dc3a04294a" providerId="Windows Live" clId="Web-{2CCBA06A-A69F-87C8-23AC-35DB1F517B6B}" dt="2026-08-13T18:27:24.603" v="520" actId="1076"/>
          <ac:spMkLst>
            <pc:docMk/>
            <pc:sldMk cId="3635635388" sldId="259"/>
            <ac:spMk id="72" creationId="{00000000-0000-0000-0000-000000000000}"/>
          </ac:spMkLst>
        </pc:spChg>
        <pc:spChg chg="mod">
          <ac:chgData name="Marcelo Correia" userId="009363dc3a04294a" providerId="Windows Live" clId="Web-{2CCBA06A-A69F-87C8-23AC-35DB1F517B6B}" dt="2026-08-13T18:26:44.726" v="509" actId="1076"/>
          <ac:spMkLst>
            <pc:docMk/>
            <pc:sldMk cId="3635635388" sldId="259"/>
            <ac:spMk id="77" creationId="{00000000-0000-0000-0000-000000000000}"/>
          </ac:spMkLst>
        </pc:spChg>
        <pc:spChg chg="mod">
          <ac:chgData name="Marcelo Correia" userId="009363dc3a04294a" providerId="Windows Live" clId="Web-{2CCBA06A-A69F-87C8-23AC-35DB1F517B6B}" dt="2026-08-13T18:27:24.649" v="521" actId="1076"/>
          <ac:spMkLst>
            <pc:docMk/>
            <pc:sldMk cId="3635635388" sldId="259"/>
            <ac:spMk id="78" creationId="{00000000-0000-0000-0000-000000000000}"/>
          </ac:spMkLst>
        </pc:spChg>
        <pc:spChg chg="mod">
          <ac:chgData name="Marcelo Correia" userId="009363dc3a04294a" providerId="Windows Live" clId="Web-{2CCBA06A-A69F-87C8-23AC-35DB1F517B6B}" dt="2026-08-13T18:27:48.963" v="525" actId="1076"/>
          <ac:spMkLst>
            <pc:docMk/>
            <pc:sldMk cId="3635635388" sldId="259"/>
            <ac:spMk id="79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A6EFE4-248D-47FC-B3DC-A56DB74DF46B}" type="datetimeFigureOut">
              <a:t>19/08/2026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923A77-DAC6-4696-A5EA-6835FA94CBD3}" type="slidenum"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7232221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>
                <a:solidFill>
                  <a:srgbClr val="1F2A33"/>
                </a:solidFill>
                <a:latin typeface="Cambria"/>
                <a:ea typeface="Cambria"/>
                <a:cs typeface="Cambria" pitchFamily="34" charset="-120"/>
              </a:rPr>
              <a:t>Copilot Diagnostic Pipeline Architecture</a:t>
            </a:r>
            <a:endParaRPr lang="en-US" sz="2800">
              <a:latin typeface="Cambria"/>
              <a:ea typeface="Cambria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i="1" dirty="0">
                <a:solidFill>
                  <a:srgbClr val="5B6168"/>
                </a:solidFill>
                <a:latin typeface="Calibri"/>
                <a:ea typeface="Calibri"/>
                <a:cs typeface="Calibri"/>
              </a:rPr>
              <a:t>The Factory Floor — Industrial Maintenance Copilot (Motors + Variable-Frequency </a:t>
            </a:r>
            <a:r>
              <a:rPr lang="en-US" sz="1200" i="1">
                <a:solidFill>
                  <a:srgbClr val="5B6168"/>
                </a:solidFill>
                <a:latin typeface="Calibri"/>
                <a:ea typeface="Calibri"/>
                <a:cs typeface="Calibri"/>
              </a:rPr>
              <a:t>Drives)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319065" y="109728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F2A33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5" name="Text 3"/>
          <p:cNvSpPr/>
          <p:nvPr/>
        </p:nvSpPr>
        <p:spPr>
          <a:xfrm>
            <a:off x="5319065" y="109728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096305" y="1389888"/>
            <a:ext cx="0" cy="146304"/>
          </a:xfrm>
          <a:prstGeom prst="line">
            <a:avLst/>
          </a:prstGeom>
          <a:noFill/>
          <a:ln w="22225">
            <a:solidFill>
              <a:srgbClr val="8A9096"/>
            </a:solidFill>
            <a:prstDash val="solid"/>
            <a:tailEnd type="triangle"/>
          </a:ln>
        </p:spPr>
        <p:txBody>
          <a:bodyPr/>
          <a:lstStyle/>
          <a:p>
            <a:endParaRPr lang="pt-PT"/>
          </a:p>
        </p:txBody>
      </p:sp>
      <p:sp>
        <p:nvSpPr>
          <p:cNvPr id="7" name="Shape 5"/>
          <p:cNvSpPr/>
          <p:nvPr/>
        </p:nvSpPr>
        <p:spPr>
          <a:xfrm>
            <a:off x="4130345" y="1536192"/>
            <a:ext cx="3931920" cy="530352"/>
          </a:xfrm>
          <a:prstGeom prst="roundRect">
            <a:avLst>
              <a:gd name="adj" fmla="val 15517"/>
            </a:avLst>
          </a:prstGeom>
          <a:solidFill>
            <a:srgbClr val="1F2A33"/>
          </a:solidFill>
          <a:ln/>
          <a:effectLst>
            <a:outerShdw blurRad="50800" dist="25400" dir="5400000" algn="bl" rotWithShape="0">
              <a:srgbClr val="3A3A3A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8" name="Text 6"/>
          <p:cNvSpPr/>
          <p:nvPr/>
        </p:nvSpPr>
        <p:spPr>
          <a:xfrm>
            <a:off x="4203497" y="1536192"/>
            <a:ext cx="37856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Agent</a:t>
            </a:r>
            <a:endParaRPr lang="en-US" sz="15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C7C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orchestrates tools · decides next evidence to gather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01796" y="1611489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5B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memory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8A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carried across the conversation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096305" y="2066544"/>
            <a:ext cx="0" cy="128016"/>
          </a:xfrm>
          <a:prstGeom prst="line">
            <a:avLst/>
          </a:prstGeom>
          <a:noFill/>
          <a:ln w="22225">
            <a:solidFill>
              <a:srgbClr val="8A9096"/>
            </a:solidFill>
            <a:prstDash val="solid"/>
            <a:tailEnd type="none"/>
          </a:ln>
        </p:spPr>
        <p:txBody>
          <a:bodyPr/>
          <a:lstStyle/>
          <a:p>
            <a:endParaRPr lang="pt-PT"/>
          </a:p>
        </p:txBody>
      </p:sp>
      <p:sp>
        <p:nvSpPr>
          <p:cNvPr id="12" name="Shape 10"/>
          <p:cNvSpPr/>
          <p:nvPr/>
        </p:nvSpPr>
        <p:spPr>
          <a:xfrm>
            <a:off x="3398825" y="2194560"/>
            <a:ext cx="5394960" cy="0"/>
          </a:xfrm>
          <a:prstGeom prst="line">
            <a:avLst/>
          </a:prstGeom>
          <a:noFill/>
          <a:ln w="22225">
            <a:solidFill>
              <a:srgbClr val="8A9096"/>
            </a:solidFill>
            <a:prstDash val="solid"/>
            <a:tailEnd type="none"/>
          </a:ln>
        </p:spPr>
        <p:txBody>
          <a:bodyPr/>
          <a:lstStyle/>
          <a:p>
            <a:endParaRPr lang="pt-PT"/>
          </a:p>
        </p:txBody>
      </p:sp>
      <p:sp>
        <p:nvSpPr>
          <p:cNvPr id="13" name="Shape 11"/>
          <p:cNvSpPr/>
          <p:nvPr/>
        </p:nvSpPr>
        <p:spPr>
          <a:xfrm>
            <a:off x="3398825" y="2194560"/>
            <a:ext cx="0" cy="128016"/>
          </a:xfrm>
          <a:prstGeom prst="line">
            <a:avLst/>
          </a:prstGeom>
          <a:noFill/>
          <a:ln w="22225">
            <a:solidFill>
              <a:srgbClr val="8A9096"/>
            </a:solidFill>
            <a:prstDash val="solid"/>
            <a:tailEnd type="triangle"/>
          </a:ln>
        </p:spPr>
        <p:txBody>
          <a:bodyPr/>
          <a:lstStyle/>
          <a:p>
            <a:endParaRPr lang="pt-PT"/>
          </a:p>
        </p:txBody>
      </p:sp>
      <p:sp>
        <p:nvSpPr>
          <p:cNvPr id="14" name="Shape 12"/>
          <p:cNvSpPr/>
          <p:nvPr/>
        </p:nvSpPr>
        <p:spPr>
          <a:xfrm>
            <a:off x="6096305" y="2194560"/>
            <a:ext cx="0" cy="128016"/>
          </a:xfrm>
          <a:prstGeom prst="line">
            <a:avLst/>
          </a:prstGeom>
          <a:noFill/>
          <a:ln w="22225">
            <a:solidFill>
              <a:srgbClr val="8A9096"/>
            </a:solidFill>
            <a:prstDash val="solid"/>
            <a:tailEnd type="triangle"/>
          </a:ln>
        </p:spPr>
        <p:txBody>
          <a:bodyPr/>
          <a:lstStyle/>
          <a:p>
            <a:endParaRPr lang="pt-PT"/>
          </a:p>
        </p:txBody>
      </p:sp>
      <p:sp>
        <p:nvSpPr>
          <p:cNvPr id="15" name="Shape 13"/>
          <p:cNvSpPr/>
          <p:nvPr/>
        </p:nvSpPr>
        <p:spPr>
          <a:xfrm>
            <a:off x="8793785" y="2194560"/>
            <a:ext cx="0" cy="128016"/>
          </a:xfrm>
          <a:prstGeom prst="line">
            <a:avLst/>
          </a:prstGeom>
          <a:noFill/>
          <a:ln w="22225">
            <a:solidFill>
              <a:srgbClr val="8A9096"/>
            </a:solidFill>
            <a:prstDash val="solid"/>
            <a:tailEnd type="triangle"/>
          </a:ln>
        </p:spPr>
        <p:txBody>
          <a:bodyPr/>
          <a:lstStyle/>
          <a:p>
            <a:endParaRPr lang="pt-PT"/>
          </a:p>
        </p:txBody>
      </p:sp>
      <p:sp>
        <p:nvSpPr>
          <p:cNvPr id="16" name="Shape 14"/>
          <p:cNvSpPr/>
          <p:nvPr/>
        </p:nvSpPr>
        <p:spPr>
          <a:xfrm>
            <a:off x="2210105" y="2322576"/>
            <a:ext cx="2377440" cy="512064"/>
          </a:xfrm>
          <a:prstGeom prst="roundRect">
            <a:avLst>
              <a:gd name="adj" fmla="val 16071"/>
            </a:avLst>
          </a:prstGeom>
          <a:solidFill>
            <a:srgbClr val="0B6E4F"/>
          </a:solidFill>
          <a:ln/>
          <a:effectLst>
            <a:outerShdw blurRad="50800" dist="25400" dir="5400000" algn="bl" rotWithShape="0">
              <a:srgbClr val="3A3A3A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7" name="Text 15"/>
          <p:cNvSpPr/>
          <p:nvPr/>
        </p:nvSpPr>
        <p:spPr>
          <a:xfrm>
            <a:off x="2283257" y="2322576"/>
            <a:ext cx="22311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Tool</a:t>
            </a:r>
            <a:endParaRPr lang="en-US" sz="1350" dirty="0"/>
          </a:p>
          <a:p>
            <a:pPr algn="ctr">
              <a:lnSpc>
                <a:spcPct val="115000"/>
              </a:lnSpc>
            </a:pPr>
            <a:r>
              <a:rPr lang="en-US" sz="900" dirty="0">
                <a:solidFill>
                  <a:srgbClr val="E4F2EC"/>
                </a:solidFill>
                <a:latin typeface="Calibri"/>
                <a:ea typeface="Calibri"/>
                <a:cs typeface="Calibri"/>
              </a:rPr>
              <a:t>Reads equipment nameplate + fault-code and </a:t>
            </a:r>
            <a:r>
              <a:rPr lang="en-US" sz="900">
                <a:solidFill>
                  <a:srgbClr val="E4F2EC"/>
                </a:solidFill>
                <a:latin typeface="Calibri"/>
                <a:ea typeface="Calibri"/>
                <a:cs typeface="Calibri"/>
              </a:rPr>
              <a:t>sees an ima</a:t>
            </a:r>
            <a:r>
              <a:rPr lang="en-US" sz="900" dirty="0">
                <a:solidFill>
                  <a:srgbClr val="E4F2EC"/>
                </a:solidFill>
                <a:latin typeface="Calibri"/>
                <a:ea typeface="Calibri"/>
                <a:cs typeface="Calibri"/>
              </a:rPr>
              <a:t>ge</a:t>
            </a:r>
            <a:endParaRPr lang="en-US" sz="1350" dirty="0">
              <a:latin typeface="Calibri"/>
              <a:ea typeface="Calibri"/>
              <a:cs typeface="Calibri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907585" y="2322576"/>
            <a:ext cx="2377440" cy="512064"/>
          </a:xfrm>
          <a:prstGeom prst="roundRect">
            <a:avLst>
              <a:gd name="adj" fmla="val 16071"/>
            </a:avLst>
          </a:prstGeom>
          <a:solidFill>
            <a:srgbClr val="0B6E4F"/>
          </a:solidFill>
          <a:ln/>
          <a:effectLst>
            <a:outerShdw blurRad="50800" dist="25400" dir="5400000" algn="bl" rotWithShape="0">
              <a:srgbClr val="3A3A3A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9" name="Text 17"/>
          <p:cNvSpPr/>
          <p:nvPr/>
        </p:nvSpPr>
        <p:spPr>
          <a:xfrm>
            <a:off x="4980737" y="2322576"/>
            <a:ext cx="22311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Tool</a:t>
            </a:r>
            <a:endParaRPr lang="en-US" sz="1350" dirty="0"/>
          </a:p>
          <a:p>
            <a:pPr algn="ctr">
              <a:lnSpc>
                <a:spcPct val="115000"/>
              </a:lnSpc>
            </a:pPr>
            <a:r>
              <a:rPr lang="en-US" sz="900" dirty="0">
                <a:solidFill>
                  <a:srgbClr val="E4F2EC"/>
                </a:solidFill>
                <a:latin typeface="Calibri"/>
                <a:ea typeface="Calibri"/>
                <a:cs typeface="Calibri"/>
              </a:rPr>
              <a:t>Consults the </a:t>
            </a:r>
            <a:r>
              <a:rPr lang="en-US" sz="900">
                <a:solidFill>
                  <a:srgbClr val="E4F2EC"/>
                </a:solidFill>
                <a:latin typeface="Calibri"/>
                <a:ea typeface="Calibri"/>
                <a:cs typeface="Calibri"/>
              </a:rPr>
              <a:t>history</a:t>
            </a:r>
            <a:r>
              <a:rPr lang="en-US" sz="900" dirty="0">
                <a:solidFill>
                  <a:srgbClr val="E4F2EC"/>
                </a:solidFill>
                <a:latin typeface="Calibri"/>
                <a:ea typeface="Calibri"/>
                <a:cs typeface="Calibri"/>
              </a:rPr>
              <a:t> of this machine</a:t>
            </a:r>
          </a:p>
        </p:txBody>
      </p:sp>
      <p:sp>
        <p:nvSpPr>
          <p:cNvPr id="20" name="Shape 18"/>
          <p:cNvSpPr/>
          <p:nvPr/>
        </p:nvSpPr>
        <p:spPr>
          <a:xfrm>
            <a:off x="7605065" y="2322576"/>
            <a:ext cx="2377440" cy="512064"/>
          </a:xfrm>
          <a:prstGeom prst="roundRect">
            <a:avLst>
              <a:gd name="adj" fmla="val 16071"/>
            </a:avLst>
          </a:prstGeom>
          <a:solidFill>
            <a:srgbClr val="0B6E4F"/>
          </a:solidFill>
          <a:ln/>
          <a:effectLst>
            <a:outerShdw blurRad="50800" dist="25400" dir="5400000" algn="bl" rotWithShape="0">
              <a:srgbClr val="3A3A3A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21" name="Text 19"/>
          <p:cNvSpPr/>
          <p:nvPr/>
        </p:nvSpPr>
        <p:spPr>
          <a:xfrm>
            <a:off x="7678217" y="2322576"/>
            <a:ext cx="22311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Tool</a:t>
            </a:r>
            <a:endParaRPr lang="en-US" sz="1350" dirty="0"/>
          </a:p>
          <a:p>
            <a:pPr algn="ctr">
              <a:lnSpc>
                <a:spcPct val="115000"/>
              </a:lnSpc>
            </a:pPr>
            <a:r>
              <a:rPr lang="en-US" sz="900" dirty="0">
                <a:solidFill>
                  <a:srgbClr val="E4F2EC"/>
                </a:solidFill>
                <a:latin typeface="Calibri"/>
                <a:ea typeface="Calibri"/>
                <a:cs typeface="Calibri"/>
              </a:rPr>
              <a:t>Does retrieval from the doc gathered. Search in </a:t>
            </a:r>
            <a:r>
              <a:rPr lang="en-US" sz="900">
                <a:solidFill>
                  <a:srgbClr val="E4F2EC"/>
                </a:solidFill>
                <a:latin typeface="Calibri"/>
                <a:ea typeface="Calibri"/>
                <a:cs typeface="Calibri"/>
              </a:rPr>
              <a:t>manuals and SDS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3398825" y="2834640"/>
            <a:ext cx="0" cy="1325880"/>
          </a:xfrm>
          <a:prstGeom prst="line">
            <a:avLst/>
          </a:prstGeom>
          <a:noFill/>
          <a:ln w="22225">
            <a:solidFill>
              <a:srgbClr val="8A9096"/>
            </a:solidFill>
            <a:prstDash val="solid"/>
            <a:tailEnd type="triangle"/>
          </a:ln>
        </p:spPr>
        <p:txBody>
          <a:bodyPr/>
          <a:lstStyle/>
          <a:p>
            <a:endParaRPr lang="pt-PT"/>
          </a:p>
        </p:txBody>
      </p:sp>
      <p:sp>
        <p:nvSpPr>
          <p:cNvPr id="23" name="Shape 21"/>
          <p:cNvSpPr/>
          <p:nvPr/>
        </p:nvSpPr>
        <p:spPr>
          <a:xfrm>
            <a:off x="6096305" y="2834640"/>
            <a:ext cx="0" cy="1325880"/>
          </a:xfrm>
          <a:prstGeom prst="line">
            <a:avLst/>
          </a:prstGeom>
          <a:noFill/>
          <a:ln w="22225">
            <a:solidFill>
              <a:srgbClr val="8A9096"/>
            </a:solidFill>
            <a:prstDash val="solid"/>
            <a:tailEnd type="triangle"/>
          </a:ln>
        </p:spPr>
        <p:txBody>
          <a:bodyPr/>
          <a:lstStyle/>
          <a:p>
            <a:endParaRPr lang="pt-PT"/>
          </a:p>
        </p:txBody>
      </p:sp>
      <p:sp>
        <p:nvSpPr>
          <p:cNvPr id="24" name="Shape 22"/>
          <p:cNvSpPr/>
          <p:nvPr/>
        </p:nvSpPr>
        <p:spPr>
          <a:xfrm>
            <a:off x="8793785" y="2834640"/>
            <a:ext cx="0" cy="109728"/>
          </a:xfrm>
          <a:prstGeom prst="line">
            <a:avLst/>
          </a:prstGeom>
          <a:noFill/>
          <a:ln w="22225">
            <a:solidFill>
              <a:srgbClr val="8A9096"/>
            </a:solidFill>
            <a:prstDash val="solid"/>
            <a:tailEnd type="none"/>
          </a:ln>
        </p:spPr>
        <p:txBody>
          <a:bodyPr/>
          <a:lstStyle/>
          <a:p>
            <a:endParaRPr lang="pt-PT"/>
          </a:p>
        </p:txBody>
      </p:sp>
      <p:sp>
        <p:nvSpPr>
          <p:cNvPr id="25" name="Shape 23"/>
          <p:cNvSpPr/>
          <p:nvPr/>
        </p:nvSpPr>
        <p:spPr>
          <a:xfrm>
            <a:off x="7879385" y="2944368"/>
            <a:ext cx="1828800" cy="0"/>
          </a:xfrm>
          <a:prstGeom prst="line">
            <a:avLst/>
          </a:prstGeom>
          <a:noFill/>
          <a:ln w="22225">
            <a:solidFill>
              <a:srgbClr val="8A9096"/>
            </a:solidFill>
            <a:prstDash val="solid"/>
            <a:tailEnd type="none"/>
          </a:ln>
        </p:spPr>
        <p:txBody>
          <a:bodyPr/>
          <a:lstStyle/>
          <a:p>
            <a:endParaRPr lang="pt-PT"/>
          </a:p>
        </p:txBody>
      </p:sp>
      <p:sp>
        <p:nvSpPr>
          <p:cNvPr id="26" name="Shape 24"/>
          <p:cNvSpPr/>
          <p:nvPr/>
        </p:nvSpPr>
        <p:spPr>
          <a:xfrm>
            <a:off x="7879385" y="2944368"/>
            <a:ext cx="0" cy="91440"/>
          </a:xfrm>
          <a:prstGeom prst="line">
            <a:avLst/>
          </a:prstGeom>
          <a:noFill/>
          <a:ln w="22225">
            <a:solidFill>
              <a:srgbClr val="8A9096"/>
            </a:solidFill>
            <a:prstDash val="solid"/>
            <a:tailEnd type="triangle"/>
          </a:ln>
        </p:spPr>
        <p:txBody>
          <a:bodyPr/>
          <a:lstStyle/>
          <a:p>
            <a:endParaRPr lang="pt-PT"/>
          </a:p>
        </p:txBody>
      </p:sp>
      <p:sp>
        <p:nvSpPr>
          <p:cNvPr id="27" name="Shape 25"/>
          <p:cNvSpPr/>
          <p:nvPr/>
        </p:nvSpPr>
        <p:spPr>
          <a:xfrm>
            <a:off x="9708185" y="2944368"/>
            <a:ext cx="0" cy="91440"/>
          </a:xfrm>
          <a:prstGeom prst="line">
            <a:avLst/>
          </a:prstGeom>
          <a:noFill/>
          <a:ln w="22225">
            <a:solidFill>
              <a:srgbClr val="8A9096"/>
            </a:solidFill>
            <a:prstDash val="solid"/>
            <a:tailEnd type="triangle"/>
          </a:ln>
        </p:spPr>
        <p:txBody>
          <a:bodyPr/>
          <a:lstStyle/>
          <a:p>
            <a:endParaRPr lang="pt-PT"/>
          </a:p>
        </p:txBody>
      </p:sp>
      <p:sp>
        <p:nvSpPr>
          <p:cNvPr id="28" name="Shape 26"/>
          <p:cNvSpPr/>
          <p:nvPr/>
        </p:nvSpPr>
        <p:spPr>
          <a:xfrm>
            <a:off x="7102145" y="3035808"/>
            <a:ext cx="1554480" cy="402336"/>
          </a:xfrm>
          <a:prstGeom prst="roundRect">
            <a:avLst>
              <a:gd name="adj" fmla="val 20455"/>
            </a:avLst>
          </a:prstGeom>
          <a:solidFill>
            <a:srgbClr val="F1F2F3"/>
          </a:solidFill>
          <a:ln w="19050">
            <a:solidFill>
              <a:srgbClr val="9AA0A6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9" name="Text 27"/>
          <p:cNvSpPr/>
          <p:nvPr/>
        </p:nvSpPr>
        <p:spPr>
          <a:xfrm>
            <a:off x="7175297" y="3035808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Manuals</a:t>
            </a:r>
            <a:endParaRPr lang="en-US" sz="12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5B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Siemens motor / VFD PDFs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930945" y="3035808"/>
            <a:ext cx="1554480" cy="402336"/>
          </a:xfrm>
          <a:prstGeom prst="roundRect">
            <a:avLst>
              <a:gd name="adj" fmla="val 20455"/>
            </a:avLst>
          </a:prstGeom>
          <a:solidFill>
            <a:srgbClr val="F1F2F3"/>
          </a:solidFill>
          <a:ln w="19050">
            <a:solidFill>
              <a:srgbClr val="9AA0A6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1" name="Text 29"/>
          <p:cNvSpPr/>
          <p:nvPr/>
        </p:nvSpPr>
        <p:spPr>
          <a:xfrm>
            <a:off x="9004097" y="3035808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SDS</a:t>
            </a:r>
            <a:endParaRPr lang="en-US" sz="12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5B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data sheets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879385" y="3438144"/>
            <a:ext cx="0" cy="82296"/>
          </a:xfrm>
          <a:prstGeom prst="line">
            <a:avLst/>
          </a:prstGeom>
          <a:noFill/>
          <a:ln w="22225">
            <a:solidFill>
              <a:srgbClr val="8A9096"/>
            </a:solidFill>
            <a:prstDash val="solid"/>
            <a:tailEnd type="none"/>
          </a:ln>
        </p:spPr>
        <p:txBody>
          <a:bodyPr/>
          <a:lstStyle/>
          <a:p>
            <a:endParaRPr lang="pt-PT"/>
          </a:p>
        </p:txBody>
      </p:sp>
      <p:sp>
        <p:nvSpPr>
          <p:cNvPr id="33" name="Shape 31"/>
          <p:cNvSpPr/>
          <p:nvPr/>
        </p:nvSpPr>
        <p:spPr>
          <a:xfrm>
            <a:off x="9708185" y="3438144"/>
            <a:ext cx="0" cy="82296"/>
          </a:xfrm>
          <a:prstGeom prst="line">
            <a:avLst/>
          </a:prstGeom>
          <a:noFill/>
          <a:ln w="22225">
            <a:solidFill>
              <a:srgbClr val="8A9096"/>
            </a:solidFill>
            <a:prstDash val="solid"/>
            <a:tailEnd type="none"/>
          </a:ln>
        </p:spPr>
        <p:txBody>
          <a:bodyPr/>
          <a:lstStyle/>
          <a:p>
            <a:endParaRPr lang="pt-PT"/>
          </a:p>
        </p:txBody>
      </p:sp>
      <p:sp>
        <p:nvSpPr>
          <p:cNvPr id="34" name="Shape 32"/>
          <p:cNvSpPr/>
          <p:nvPr/>
        </p:nvSpPr>
        <p:spPr>
          <a:xfrm>
            <a:off x="7879385" y="3520440"/>
            <a:ext cx="1828800" cy="0"/>
          </a:xfrm>
          <a:prstGeom prst="line">
            <a:avLst/>
          </a:prstGeom>
          <a:noFill/>
          <a:ln w="22225">
            <a:solidFill>
              <a:srgbClr val="8A9096"/>
            </a:solidFill>
            <a:prstDash val="solid"/>
            <a:tailEnd type="none"/>
          </a:ln>
        </p:spPr>
        <p:txBody>
          <a:bodyPr/>
          <a:lstStyle/>
          <a:p>
            <a:endParaRPr lang="pt-PT"/>
          </a:p>
        </p:txBody>
      </p:sp>
      <p:sp>
        <p:nvSpPr>
          <p:cNvPr id="35" name="Shape 33"/>
          <p:cNvSpPr/>
          <p:nvPr/>
        </p:nvSpPr>
        <p:spPr>
          <a:xfrm>
            <a:off x="8793785" y="3520440"/>
            <a:ext cx="0" cy="64008"/>
          </a:xfrm>
          <a:prstGeom prst="line">
            <a:avLst/>
          </a:prstGeom>
          <a:noFill/>
          <a:ln w="22225">
            <a:solidFill>
              <a:srgbClr val="8A9096"/>
            </a:solidFill>
            <a:prstDash val="solid"/>
            <a:tailEnd type="triangle"/>
          </a:ln>
        </p:spPr>
        <p:txBody>
          <a:bodyPr/>
          <a:lstStyle/>
          <a:p>
            <a:endParaRPr lang="pt-PT"/>
          </a:p>
        </p:txBody>
      </p:sp>
      <p:sp>
        <p:nvSpPr>
          <p:cNvPr id="36" name="Shape 34"/>
          <p:cNvSpPr/>
          <p:nvPr/>
        </p:nvSpPr>
        <p:spPr>
          <a:xfrm>
            <a:off x="7879385" y="3584448"/>
            <a:ext cx="1828800" cy="457200"/>
          </a:xfrm>
          <a:prstGeom prst="can">
            <a:avLst/>
          </a:prstGeom>
          <a:solidFill>
            <a:srgbClr val="F1F2F3"/>
          </a:solidFill>
          <a:ln w="19050">
            <a:solidFill>
              <a:srgbClr val="9AA0A6"/>
            </a:solidFill>
            <a:prstDash val="solid"/>
          </a:ln>
          <a:effectLst>
            <a:outerShdw blurRad="50800" dist="25400" dir="5400000" algn="bl" rotWithShape="0">
              <a:srgbClr val="3A3A3A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37" name="Text 35"/>
          <p:cNvSpPr/>
          <p:nvPr/>
        </p:nvSpPr>
        <p:spPr>
          <a:xfrm>
            <a:off x="7879385" y="363016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</a:t>
            </a:r>
            <a:endParaRPr lang="en-US" sz="12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5B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Chroma store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793785" y="4041648"/>
            <a:ext cx="0" cy="118872"/>
          </a:xfrm>
          <a:prstGeom prst="line">
            <a:avLst/>
          </a:prstGeom>
          <a:noFill/>
          <a:ln w="22225">
            <a:solidFill>
              <a:srgbClr val="8A9096"/>
            </a:solidFill>
            <a:prstDash val="solid"/>
            <a:tailEnd type="triangle"/>
          </a:ln>
        </p:spPr>
        <p:txBody>
          <a:bodyPr/>
          <a:lstStyle/>
          <a:p>
            <a:endParaRPr lang="pt-PT"/>
          </a:p>
        </p:txBody>
      </p:sp>
      <p:sp>
        <p:nvSpPr>
          <p:cNvPr id="39" name="Shape 37"/>
          <p:cNvSpPr/>
          <p:nvPr/>
        </p:nvSpPr>
        <p:spPr>
          <a:xfrm>
            <a:off x="2249616" y="4132298"/>
            <a:ext cx="7732889" cy="381564"/>
          </a:xfrm>
          <a:prstGeom prst="roundRect">
            <a:avLst>
              <a:gd name="adj" fmla="val 50000"/>
            </a:avLst>
          </a:prstGeom>
          <a:solidFill>
            <a:srgbClr val="9AA0A6"/>
          </a:solidFill>
          <a:ln/>
          <a:effectLst>
            <a:outerShdw blurRad="50800" dist="25400" dir="5400000" algn="bl" rotWithShape="0">
              <a:srgbClr val="3A3A3A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40" name="Text 38"/>
          <p:cNvSpPr/>
          <p:nvPr/>
        </p:nvSpPr>
        <p:spPr>
          <a:xfrm>
            <a:off x="2210105" y="41605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AGGREGATION</a:t>
            </a:r>
          </a:p>
          <a:p>
            <a:pPr algn="ctr"/>
            <a:r>
              <a:rPr lang="en-US" sz="800" b="1" kern="0" spc="150">
                <a:solidFill>
                  <a:srgbClr val="FFFFFF"/>
                </a:solidFill>
                <a:ea typeface="Calibri"/>
                <a:cs typeface="Calibri"/>
              </a:rPr>
              <a:t>Joins all the above info, before giving an answer</a:t>
            </a:r>
          </a:p>
        </p:txBody>
      </p:sp>
      <p:sp>
        <p:nvSpPr>
          <p:cNvPr id="41" name="Shape 39"/>
          <p:cNvSpPr/>
          <p:nvPr/>
        </p:nvSpPr>
        <p:spPr>
          <a:xfrm>
            <a:off x="6101949" y="4509572"/>
            <a:ext cx="0" cy="109728"/>
          </a:xfrm>
          <a:prstGeom prst="line">
            <a:avLst/>
          </a:prstGeom>
          <a:noFill/>
          <a:ln w="22225">
            <a:solidFill>
              <a:srgbClr val="8A9096"/>
            </a:solidFill>
            <a:prstDash val="solid"/>
            <a:tailEnd type="triangle"/>
          </a:ln>
        </p:spPr>
        <p:txBody>
          <a:bodyPr/>
          <a:lstStyle/>
          <a:p>
            <a:endParaRPr lang="pt-PT"/>
          </a:p>
        </p:txBody>
      </p:sp>
      <p:sp>
        <p:nvSpPr>
          <p:cNvPr id="42" name="Shape 40"/>
          <p:cNvSpPr/>
          <p:nvPr/>
        </p:nvSpPr>
        <p:spPr>
          <a:xfrm>
            <a:off x="4135989" y="4619300"/>
            <a:ext cx="3931920" cy="438912"/>
          </a:xfrm>
          <a:prstGeom prst="roundRect">
            <a:avLst>
              <a:gd name="adj" fmla="val 18750"/>
            </a:avLst>
          </a:prstGeom>
          <a:solidFill>
            <a:srgbClr val="1F2A33"/>
          </a:solidFill>
          <a:ln/>
          <a:effectLst>
            <a:outerShdw blurRad="50800" dist="25400" dir="5400000" algn="bl" rotWithShape="0">
              <a:srgbClr val="3A3A3A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43" name="Text 41"/>
          <p:cNvSpPr/>
          <p:nvPr/>
        </p:nvSpPr>
        <p:spPr>
          <a:xfrm>
            <a:off x="4209141" y="4619300"/>
            <a:ext cx="3785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Reasoning</a:t>
            </a:r>
            <a:endParaRPr lang="en-US" sz="1400" dirty="0"/>
          </a:p>
          <a:p>
            <a:pPr algn="ctr">
              <a:lnSpc>
                <a:spcPct val="115000"/>
              </a:lnSpc>
            </a:pPr>
            <a:r>
              <a:rPr lang="en-US" sz="900">
                <a:solidFill>
                  <a:srgbClr val="C7CDD3"/>
                </a:solidFill>
                <a:latin typeface="Calibri"/>
                <a:ea typeface="Calibri"/>
                <a:cs typeface="Calibri"/>
              </a:rPr>
              <a:t>LLM does the synthesis over all these evidences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6096305" y="5058212"/>
            <a:ext cx="0" cy="109728"/>
          </a:xfrm>
          <a:prstGeom prst="line">
            <a:avLst/>
          </a:prstGeom>
          <a:noFill/>
          <a:ln w="22225">
            <a:solidFill>
              <a:srgbClr val="8A9096"/>
            </a:solidFill>
            <a:prstDash val="solid"/>
            <a:tailEnd type="triangle"/>
          </a:ln>
        </p:spPr>
        <p:txBody>
          <a:bodyPr/>
          <a:lstStyle/>
          <a:p>
            <a:endParaRPr lang="pt-PT"/>
          </a:p>
        </p:txBody>
      </p:sp>
      <p:sp>
        <p:nvSpPr>
          <p:cNvPr id="45" name="Shape 43"/>
          <p:cNvSpPr/>
          <p:nvPr/>
        </p:nvSpPr>
        <p:spPr>
          <a:xfrm>
            <a:off x="4135989" y="5167940"/>
            <a:ext cx="3931920" cy="438912"/>
          </a:xfrm>
          <a:prstGeom prst="roundRect">
            <a:avLst>
              <a:gd name="adj" fmla="val 18750"/>
            </a:avLst>
          </a:prstGeom>
          <a:solidFill>
            <a:srgbClr val="C9791A"/>
          </a:solidFill>
          <a:ln/>
          <a:effectLst>
            <a:outerShdw blurRad="50800" dist="25400" dir="5400000" algn="bl" rotWithShape="0">
              <a:srgbClr val="3A3A3A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46" name="Text 44"/>
          <p:cNvSpPr/>
          <p:nvPr/>
        </p:nvSpPr>
        <p:spPr>
          <a:xfrm>
            <a:off x="4209141" y="5167940"/>
            <a:ext cx="3785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Validator</a:t>
            </a:r>
            <a:endParaRPr lang="en-US" sz="1400" dirty="0"/>
          </a:p>
          <a:p>
            <a:pPr algn="ctr">
              <a:lnSpc>
                <a:spcPct val="115000"/>
              </a:lnSpc>
            </a:pPr>
            <a:r>
              <a:rPr lang="en-US" sz="900" dirty="0">
                <a:solidFill>
                  <a:srgbClr val="FBE3C0"/>
                </a:solidFill>
                <a:latin typeface="Calibri"/>
                <a:ea typeface="Calibri"/>
                <a:cs typeface="Calibri"/>
              </a:rPr>
              <a:t>Will give safety </a:t>
            </a:r>
            <a:r>
              <a:rPr lang="en-US" sz="900" dirty="0" err="1">
                <a:solidFill>
                  <a:srgbClr val="FBE3C0"/>
                </a:solidFill>
                <a:latin typeface="Calibri"/>
                <a:ea typeface="Calibri"/>
                <a:cs typeface="Calibri"/>
              </a:rPr>
              <a:t>instruccions</a:t>
            </a:r>
            <a:r>
              <a:rPr lang="en-US" sz="900" dirty="0">
                <a:solidFill>
                  <a:srgbClr val="FBE3C0"/>
                </a:solidFill>
                <a:latin typeface="Calibri"/>
                <a:ea typeface="Calibri"/>
                <a:cs typeface="Calibri"/>
              </a:rPr>
              <a:t> for each operation to perform before the answer</a:t>
            </a:r>
            <a:endParaRPr lang="en-US" sz="900" dirty="0">
              <a:solidFill>
                <a:srgbClr val="FBE3C0"/>
              </a:solidFill>
              <a:ea typeface="Calibri"/>
              <a:cs typeface="Calibri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6096305" y="5606852"/>
            <a:ext cx="0" cy="109728"/>
          </a:xfrm>
          <a:prstGeom prst="line">
            <a:avLst/>
          </a:prstGeom>
          <a:noFill/>
          <a:ln w="22225">
            <a:solidFill>
              <a:srgbClr val="8A9096"/>
            </a:solidFill>
            <a:prstDash val="solid"/>
            <a:tailEnd type="triangle"/>
          </a:ln>
        </p:spPr>
        <p:txBody>
          <a:bodyPr/>
          <a:lstStyle/>
          <a:p>
            <a:endParaRPr lang="pt-PT"/>
          </a:p>
        </p:txBody>
      </p:sp>
      <p:sp>
        <p:nvSpPr>
          <p:cNvPr id="48" name="Shape 46"/>
          <p:cNvSpPr/>
          <p:nvPr/>
        </p:nvSpPr>
        <p:spPr>
          <a:xfrm>
            <a:off x="3998829" y="5716580"/>
            <a:ext cx="4206240" cy="438912"/>
          </a:xfrm>
          <a:prstGeom prst="roundRect">
            <a:avLst>
              <a:gd name="adj" fmla="val 18750"/>
            </a:avLst>
          </a:prstGeom>
          <a:solidFill>
            <a:srgbClr val="1F2A33"/>
          </a:solidFill>
          <a:ln/>
          <a:effectLst>
            <a:outerShdw blurRad="50800" dist="25400" dir="5400000" algn="bl" rotWithShape="0">
              <a:srgbClr val="3A3A3A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49" name="Text 47"/>
          <p:cNvSpPr/>
          <p:nvPr/>
        </p:nvSpPr>
        <p:spPr>
          <a:xfrm>
            <a:off x="4071981" y="5716580"/>
            <a:ext cx="40599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+ Recommended Actions</a:t>
            </a:r>
            <a:endParaRPr lang="en-US" sz="1350" dirty="0"/>
          </a:p>
          <a:p>
            <a:pPr algn="ctr">
              <a:lnSpc>
                <a:spcPct val="114999"/>
              </a:lnSpc>
            </a:pPr>
            <a:r>
              <a:rPr lang="en-US" sz="900">
                <a:solidFill>
                  <a:srgbClr val="C7CDD3"/>
                </a:solidFill>
                <a:latin typeface="Calibri"/>
                <a:ea typeface="Calibri"/>
                <a:cs typeface="Calibri"/>
              </a:rPr>
              <a:t>Final answer with </a:t>
            </a:r>
            <a:r>
              <a:rPr lang="en-US" sz="900" b="1" i="1" u="sng">
                <a:solidFill>
                  <a:srgbClr val="C7CDD3"/>
                </a:solidFill>
                <a:latin typeface="Calibri"/>
                <a:ea typeface="Calibri"/>
                <a:cs typeface="Calibri"/>
              </a:rPr>
              <a:t>Citations </a:t>
            </a:r>
            <a:r>
              <a:rPr lang="en-US" sz="900">
                <a:solidFill>
                  <a:srgbClr val="C7CDD3"/>
                </a:solidFill>
                <a:latin typeface="Calibri"/>
                <a:ea typeface="Calibri"/>
                <a:cs typeface="Calibri"/>
              </a:rPr>
              <a:t>from the source</a:t>
            </a:r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457200" y="43982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8A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57200" y="4617720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1F2A33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56" name="Text 54"/>
          <p:cNvSpPr/>
          <p:nvPr/>
        </p:nvSpPr>
        <p:spPr>
          <a:xfrm>
            <a:off x="713232" y="45720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reasoning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457200" y="4892040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0B6E4F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58" name="Text 56"/>
          <p:cNvSpPr/>
          <p:nvPr/>
        </p:nvSpPr>
        <p:spPr>
          <a:xfrm>
            <a:off x="713232" y="48463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457200" y="5166360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9AA0A6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60" name="Text 58"/>
          <p:cNvSpPr/>
          <p:nvPr/>
        </p:nvSpPr>
        <p:spPr>
          <a:xfrm>
            <a:off x="713232" y="51206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457200" y="5440680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C9791A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62" name="Text 60"/>
          <p:cNvSpPr/>
          <p:nvPr/>
        </p:nvSpPr>
        <p:spPr>
          <a:xfrm>
            <a:off x="713232" y="53949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gate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Roadmap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i="1">
                <a:solidFill>
                  <a:srgbClr val="5B6168"/>
                </a:solidFill>
                <a:latin typeface="Calibri"/>
                <a:ea typeface="Calibri"/>
                <a:cs typeface="Calibri"/>
              </a:rPr>
              <a:t>The Factory Floor — Industrial Maintenance Copilot (Motors + Variable-Frequency Drives)</a:t>
            </a:r>
            <a:endParaRPr lang="en-US" sz="1300">
              <a:latin typeface="Calibri"/>
              <a:ea typeface="Calibri"/>
              <a:cs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>
                <a:solidFill>
                  <a:srgbClr val="C9791A"/>
                </a:solidFill>
                <a:latin typeface="Cambria"/>
                <a:ea typeface="Cambria"/>
                <a:cs typeface="Cambria" pitchFamily="34" charset="-120"/>
              </a:rPr>
              <a:t>100%</a:t>
            </a:r>
            <a:endParaRPr lang="en-US" sz="6600">
              <a:latin typeface="Cambria"/>
              <a:ea typeface="Cambria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26060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250" dirty="0"/>
          </a:p>
          <a:p>
            <a:pPr>
              <a:lnSpc>
                <a:spcPct val="115000"/>
              </a:lnSpc>
            </a:pPr>
            <a:r>
              <a:rPr lang="en-US" sz="1250">
                <a:solidFill>
                  <a:srgbClr val="5B6168"/>
                </a:solidFill>
                <a:latin typeface="Calibri"/>
                <a:ea typeface="Calibri"/>
                <a:cs typeface="Calibri"/>
              </a:rPr>
              <a:t>9 of 9 notebooks</a:t>
            </a:r>
            <a:endParaRPr lang="en-US" sz="1250">
              <a:latin typeface="Calibri"/>
              <a:ea typeface="Calibri"/>
              <a:cs typeface="Calibri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3246120"/>
            <a:ext cx="2377440" cy="201168"/>
          </a:xfrm>
          <a:prstGeom prst="roundRect">
            <a:avLst>
              <a:gd name="adj" fmla="val 27273"/>
            </a:avLst>
          </a:prstGeom>
          <a:solidFill>
            <a:srgbClr val="F1F2F3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7" name="Shape 5"/>
          <p:cNvSpPr/>
          <p:nvPr/>
        </p:nvSpPr>
        <p:spPr>
          <a:xfrm>
            <a:off x="457200" y="3246120"/>
            <a:ext cx="2377440" cy="201168"/>
          </a:xfrm>
          <a:prstGeom prst="roundRect">
            <a:avLst>
              <a:gd name="adj" fmla="val 27273"/>
            </a:avLst>
          </a:prstGeom>
          <a:solidFill>
            <a:srgbClr val="0B6E4F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8" name="Shape 6"/>
          <p:cNvSpPr/>
          <p:nvPr/>
        </p:nvSpPr>
        <p:spPr>
          <a:xfrm>
            <a:off x="457200" y="3730752"/>
            <a:ext cx="146304" cy="146304"/>
          </a:xfrm>
          <a:prstGeom prst="ellipse">
            <a:avLst/>
          </a:prstGeom>
          <a:solidFill>
            <a:srgbClr val="0B6E4F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9" name="Text 7"/>
          <p:cNvSpPr/>
          <p:nvPr/>
        </p:nvSpPr>
        <p:spPr>
          <a:xfrm>
            <a:off x="713232" y="36484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4078224"/>
            <a:ext cx="146304" cy="146304"/>
          </a:xfrm>
          <a:prstGeom prst="ellipse">
            <a:avLst/>
          </a:prstGeom>
          <a:solidFill>
            <a:srgbClr val="C98F12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1" name="Text 9"/>
          <p:cNvSpPr/>
          <p:nvPr/>
        </p:nvSpPr>
        <p:spPr>
          <a:xfrm>
            <a:off x="713232" y="39959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Going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4425696"/>
            <a:ext cx="146304" cy="146304"/>
          </a:xfrm>
          <a:prstGeom prst="ellipse">
            <a:avLst/>
          </a:prstGeom>
          <a:solidFill>
            <a:srgbClr val="BF5B23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3" name="Text 11"/>
          <p:cNvSpPr/>
          <p:nvPr/>
        </p:nvSpPr>
        <p:spPr>
          <a:xfrm>
            <a:off x="713232" y="4343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4773168"/>
            <a:ext cx="146304" cy="146304"/>
          </a:xfrm>
          <a:prstGeom prst="ellipse">
            <a:avLst/>
          </a:prstGeom>
          <a:solidFill>
            <a:srgbClr val="9AA0A6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5" name="Text 13"/>
          <p:cNvSpPr/>
          <p:nvPr/>
        </p:nvSpPr>
        <p:spPr>
          <a:xfrm>
            <a:off x="713232" y="46908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do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154680" y="1280160"/>
            <a:ext cx="2743200" cy="1691640"/>
          </a:xfrm>
          <a:prstGeom prst="roundRect">
            <a:avLst>
              <a:gd name="adj" fmla="val 4324"/>
            </a:avLst>
          </a:prstGeom>
          <a:solidFill>
            <a:srgbClr val="E4F2EC"/>
          </a:solidFill>
          <a:ln/>
          <a:effectLst>
            <a:outerShdw blurRad="76200" dist="25400" dir="5400000" algn="bl" rotWithShape="0">
              <a:srgbClr val="3A3A3A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8" name="Shape 16"/>
          <p:cNvSpPr/>
          <p:nvPr/>
        </p:nvSpPr>
        <p:spPr>
          <a:xfrm>
            <a:off x="3337560" y="1426464"/>
            <a:ext cx="347472" cy="347472"/>
          </a:xfrm>
          <a:prstGeom prst="ellipse">
            <a:avLst/>
          </a:prstGeom>
          <a:solidFill>
            <a:srgbClr val="0B6E4F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9" name="Text 17"/>
          <p:cNvSpPr/>
          <p:nvPr/>
        </p:nvSpPr>
        <p:spPr>
          <a:xfrm>
            <a:off x="3337560" y="14264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792714" y="149049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344724" y="1847154"/>
            <a:ext cx="23774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Font typeface="Arial"/>
              <a:buChar char="•"/>
            </a:pPr>
            <a:r>
              <a:rPr lang="en-US" sz="800">
                <a:solidFill>
                  <a:srgbClr val="5B6168"/>
                </a:solidFill>
                <a:latin typeface="Calibri"/>
                <a:ea typeface="Calibri"/>
                <a:cs typeface="Calibri"/>
              </a:rPr>
              <a:t>We read the manual PDFs, page by page.</a:t>
            </a:r>
            <a:endParaRPr lang="en-US" sz="8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00">
                <a:solidFill>
                  <a:srgbClr val="5B6168"/>
                </a:solidFill>
                <a:latin typeface="Calibri"/>
                <a:ea typeface="Calibri"/>
                <a:cs typeface="Calibri"/>
              </a:rPr>
              <a:t>We tag each page (which manual, page number, equipment type).</a:t>
            </a:r>
            <a:endParaRPr lang="en-US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00">
                <a:solidFill>
                  <a:srgbClr val="5B6168"/>
                </a:solidFill>
                <a:latin typeface="Calibri"/>
                <a:ea typeface="Calibri"/>
                <a:cs typeface="Calibri"/>
              </a:rPr>
              <a:t>We prepare everything for the next step — no AI involved yet.</a:t>
            </a:r>
            <a:endParaRPr lang="en-US"/>
          </a:p>
          <a:p>
            <a:pPr marL="127000" indent="-1270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endParaRPr lang="en-US" sz="800" dirty="0">
              <a:solidFill>
                <a:srgbClr val="5B6168"/>
              </a:solidFill>
              <a:ea typeface="Calibri"/>
              <a:cs typeface="Calibri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372100" y="2605284"/>
            <a:ext cx="1024128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23" name="Text 21"/>
          <p:cNvSpPr/>
          <p:nvPr/>
        </p:nvSpPr>
        <p:spPr>
          <a:xfrm>
            <a:off x="4372100" y="2605284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latin typeface="Calibri"/>
                <a:ea typeface="Calibri"/>
                <a:cs typeface="Calibri"/>
              </a:rPr>
              <a:t>Done</a:t>
            </a:r>
            <a:endParaRPr lang="en-US" sz="900">
              <a:latin typeface="Calibri"/>
              <a:ea typeface="Calibri"/>
              <a:cs typeface="Calibri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080760" y="1280160"/>
            <a:ext cx="2743200" cy="1691640"/>
          </a:xfrm>
          <a:prstGeom prst="roundRect">
            <a:avLst>
              <a:gd name="adj" fmla="val 4324"/>
            </a:avLst>
          </a:prstGeom>
          <a:solidFill>
            <a:srgbClr val="E4F2EC"/>
          </a:solidFill>
          <a:ln/>
          <a:effectLst>
            <a:outerShdw blurRad="76200" dist="25400" dir="5400000" algn="bl" rotWithShape="0">
              <a:srgbClr val="3A3A3A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25" name="Shape 23"/>
          <p:cNvSpPr/>
          <p:nvPr/>
        </p:nvSpPr>
        <p:spPr>
          <a:xfrm>
            <a:off x="6263640" y="1426464"/>
            <a:ext cx="347472" cy="347472"/>
          </a:xfrm>
          <a:prstGeom prst="ellipse">
            <a:avLst/>
          </a:prstGeom>
          <a:solidFill>
            <a:srgbClr val="0B6E4F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26" name="Text 24"/>
          <p:cNvSpPr/>
          <p:nvPr/>
        </p:nvSpPr>
        <p:spPr>
          <a:xfrm>
            <a:off x="6263640" y="1426464"/>
            <a:ext cx="347472" cy="347472"/>
          </a:xfrm>
          <a:prstGeom prst="ellipse">
            <a:avLst/>
          </a:prstGeom>
          <a:solidFill>
            <a:srgbClr val="0B6E4F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02</a:t>
            </a:r>
          </a:p>
        </p:txBody>
      </p:sp>
      <p:sp>
        <p:nvSpPr>
          <p:cNvPr id="27" name="Text 25"/>
          <p:cNvSpPr/>
          <p:nvPr/>
        </p:nvSpPr>
        <p:spPr>
          <a:xfrm>
            <a:off x="6718794" y="149049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 &amp; Retriever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270804" y="1847154"/>
            <a:ext cx="23774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buSzPct val="100000"/>
              <a:buFont typeface="Arial"/>
              <a:buChar char="•"/>
            </a:pPr>
            <a:r>
              <a:rPr lang="en-US" sz="800">
                <a:solidFill>
                  <a:srgbClr val="5B6168"/>
                </a:solidFill>
                <a:ea typeface="+mn-lt"/>
                <a:cs typeface="+mn-lt"/>
              </a:rPr>
              <a:t> We split the text into smaller chunks.</a:t>
            </a:r>
            <a:endParaRPr lang="en-US" sz="800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sz="800">
                <a:solidFill>
                  <a:srgbClr val="5B6168"/>
                </a:solidFill>
                <a:ea typeface="+mn-lt"/>
                <a:cs typeface="+mn-lt"/>
              </a:rPr>
              <a:t> We turn each chunk into a vector (embedding) and store it in a database (Chroma).</a:t>
            </a:r>
            <a:endParaRPr lang="en-US"/>
          </a:p>
          <a:p>
            <a:pPr>
              <a:buFont typeface="Arial"/>
              <a:buChar char="•"/>
            </a:pPr>
            <a:r>
              <a:rPr lang="en-US" sz="800">
                <a:solidFill>
                  <a:srgbClr val="5B6168"/>
                </a:solidFill>
                <a:ea typeface="+mn-lt"/>
                <a:cs typeface="+mn-lt"/>
              </a:rPr>
              <a:t> We build the search engine that finds the most relevant chunks.</a:t>
            </a:r>
            <a:endParaRPr lang="en-US"/>
          </a:p>
          <a:p>
            <a:pPr marL="127000" indent="-1270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endParaRPr lang="en-US" sz="800" dirty="0">
              <a:solidFill>
                <a:srgbClr val="5B6168"/>
              </a:solidFill>
              <a:ea typeface="Calibri"/>
              <a:cs typeface="Calibri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7298180" y="2605284"/>
            <a:ext cx="1225296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30" name="Text 28"/>
          <p:cNvSpPr/>
          <p:nvPr/>
        </p:nvSpPr>
        <p:spPr>
          <a:xfrm>
            <a:off x="7298180" y="2605284"/>
            <a:ext cx="1225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latin typeface="Calibri"/>
                <a:ea typeface="Calibri"/>
                <a:cs typeface="Calibri"/>
              </a:rPr>
              <a:t>Done</a:t>
            </a:r>
            <a:endParaRPr lang="en-US" sz="900" b="1" dirty="0">
              <a:latin typeface="Calibri"/>
              <a:ea typeface="Calibri"/>
              <a:cs typeface="Calibri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9006840" y="1280160"/>
            <a:ext cx="2743200" cy="1691640"/>
          </a:xfrm>
          <a:prstGeom prst="roundRect">
            <a:avLst>
              <a:gd name="adj" fmla="val 4324"/>
            </a:avLst>
          </a:prstGeom>
          <a:solidFill>
            <a:srgbClr val="E4F2EC"/>
          </a:solidFill>
          <a:ln/>
          <a:effectLst>
            <a:outerShdw blurRad="76200" dist="25400" dir="5400000" algn="bl" rotWithShape="0">
              <a:srgbClr val="3A3A3A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32" name="Shape 30"/>
          <p:cNvSpPr/>
          <p:nvPr/>
        </p:nvSpPr>
        <p:spPr>
          <a:xfrm>
            <a:off x="9189720" y="1426464"/>
            <a:ext cx="347472" cy="347472"/>
          </a:xfrm>
          <a:prstGeom prst="ellipse">
            <a:avLst/>
          </a:prstGeom>
          <a:solidFill>
            <a:srgbClr val="0B6E4F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33" name="Text 31"/>
          <p:cNvSpPr/>
          <p:nvPr/>
        </p:nvSpPr>
        <p:spPr>
          <a:xfrm>
            <a:off x="9189720" y="14264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670444" y="1459808"/>
            <a:ext cx="1671696" cy="333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+ Citations + App Demonstration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9196884" y="1847154"/>
            <a:ext cx="23774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buSzPct val="100000"/>
              <a:buFont typeface="Arial"/>
              <a:buChar char="•"/>
            </a:pPr>
            <a:r>
              <a:rPr lang="en-US" sz="800">
                <a:solidFill>
                  <a:srgbClr val="5B6168"/>
                </a:solidFill>
                <a:ea typeface="+mn-lt"/>
                <a:cs typeface="+mn-lt"/>
              </a:rPr>
              <a:t> The user's question retrieves the most relevant chunks from the vector database.</a:t>
            </a:r>
            <a:endParaRPr lang="en-US" sz="800">
              <a:solidFill>
                <a:srgbClr val="000000"/>
              </a:solidFill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sz="800">
                <a:solidFill>
                  <a:srgbClr val="5B6168"/>
                </a:solidFill>
                <a:ea typeface="+mn-lt"/>
                <a:cs typeface="+mn-lt"/>
              </a:rPr>
              <a:t> The language model answers using only that information, citing the source.</a:t>
            </a:r>
            <a:endParaRPr lang="en-US"/>
          </a:p>
          <a:p>
            <a:pPr>
              <a:buFont typeface="Arial"/>
              <a:buChar char="•"/>
            </a:pPr>
            <a:r>
              <a:rPr lang="en-US" sz="800" dirty="0">
                <a:solidFill>
                  <a:srgbClr val="5B6168"/>
                </a:solidFill>
                <a:ea typeface="+mn-lt"/>
                <a:cs typeface="+mn-lt"/>
              </a:rPr>
              <a:t> We demo all of this working through an interface (</a:t>
            </a:r>
            <a:r>
              <a:rPr lang="en-US" sz="800" dirty="0" err="1">
                <a:solidFill>
                  <a:srgbClr val="5B6168"/>
                </a:solidFill>
                <a:ea typeface="+mn-lt"/>
                <a:cs typeface="+mn-lt"/>
              </a:rPr>
              <a:t>Streamlit</a:t>
            </a:r>
            <a:r>
              <a:rPr lang="en-US" sz="800" dirty="0">
                <a:solidFill>
                  <a:srgbClr val="5B6168"/>
                </a:solidFill>
                <a:ea typeface="+mn-lt"/>
                <a:cs typeface="+mn-lt"/>
              </a:rPr>
              <a:t>).</a:t>
            </a:r>
            <a:endParaRPr lang="en-US" dirty="0"/>
          </a:p>
          <a:p>
            <a:pPr marL="127000" indent="-1270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endParaRPr lang="en-US" sz="800" dirty="0">
              <a:solidFill>
                <a:srgbClr val="5B6168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10224260" y="2605284"/>
            <a:ext cx="1024128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37" name="Text 35"/>
          <p:cNvSpPr/>
          <p:nvPr/>
        </p:nvSpPr>
        <p:spPr>
          <a:xfrm>
            <a:off x="10224260" y="2605284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latin typeface="Calibri"/>
                <a:ea typeface="Calibri"/>
                <a:cs typeface="Calibri"/>
              </a:rPr>
              <a:t>Done</a:t>
            </a:r>
            <a:endParaRPr lang="en-US" sz="900" b="1" dirty="0">
              <a:latin typeface="Calibri"/>
              <a:ea typeface="Calibri"/>
              <a:cs typeface="Calibri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3154680" y="3154680"/>
            <a:ext cx="2743200" cy="1691640"/>
          </a:xfrm>
          <a:prstGeom prst="roundRect">
            <a:avLst>
              <a:gd name="adj" fmla="val 4324"/>
            </a:avLst>
          </a:prstGeom>
          <a:solidFill>
            <a:srgbClr val="E4F2EC"/>
          </a:solidFill>
          <a:ln/>
          <a:effectLst>
            <a:outerShdw blurRad="76200" dist="25400" dir="5400000" algn="bl" rotWithShape="0">
              <a:srgbClr val="3A3A3A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39" name="Shape 37"/>
          <p:cNvSpPr/>
          <p:nvPr/>
        </p:nvSpPr>
        <p:spPr>
          <a:xfrm>
            <a:off x="3337560" y="3300984"/>
            <a:ext cx="347472" cy="347472"/>
          </a:xfrm>
          <a:prstGeom prst="ellipse">
            <a:avLst/>
          </a:prstGeom>
          <a:solidFill>
            <a:srgbClr val="0B6E4F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40" name="Text 38"/>
          <p:cNvSpPr/>
          <p:nvPr/>
        </p:nvSpPr>
        <p:spPr>
          <a:xfrm>
            <a:off x="3337560" y="33009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3792714" y="336501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History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3344724" y="3721674"/>
            <a:ext cx="23774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buSzPct val="100000"/>
              <a:buFont typeface="Arial"/>
              <a:buChar char="•"/>
            </a:pPr>
            <a:r>
              <a:rPr lang="en-US" sz="800">
                <a:solidFill>
                  <a:srgbClr val="5B6168"/>
                </a:solidFill>
                <a:ea typeface="+mn-lt"/>
                <a:cs typeface="+mn-lt"/>
              </a:rPr>
              <a:t> We create a simulated history of faults and repairs per machine.</a:t>
            </a:r>
            <a:endParaRPr lang="en-US" sz="8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sz="800">
                <a:solidFill>
                  <a:srgbClr val="5B6168"/>
                </a:solidFill>
                <a:ea typeface="+mn-lt"/>
                <a:cs typeface="+mn-lt"/>
              </a:rPr>
              <a:t> We store it in structured form (like a table), not free text.</a:t>
            </a:r>
            <a:endParaRPr lang="en-US"/>
          </a:p>
          <a:p>
            <a:pPr>
              <a:buFont typeface="Arial"/>
              <a:buChar char="•"/>
            </a:pPr>
            <a:r>
              <a:rPr lang="en-US" sz="800">
                <a:solidFill>
                  <a:srgbClr val="5B6168"/>
                </a:solidFill>
                <a:ea typeface="+mn-lt"/>
                <a:cs typeface="+mn-lt"/>
              </a:rPr>
              <a:t> We build a function that returns the history for a specific machine.</a:t>
            </a:r>
            <a:endParaRPr lang="en-US"/>
          </a:p>
          <a:p>
            <a:pPr marL="127000" indent="-1270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endParaRPr lang="en-US" sz="800" dirty="0">
              <a:solidFill>
                <a:srgbClr val="5B6168"/>
              </a:solidFill>
              <a:ea typeface="Calibri"/>
              <a:cs typeface="Calibri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4372100" y="4479804"/>
            <a:ext cx="10744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44" name="Text 42"/>
          <p:cNvSpPr/>
          <p:nvPr/>
        </p:nvSpPr>
        <p:spPr>
          <a:xfrm>
            <a:off x="4372100" y="4468679"/>
            <a:ext cx="10744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>
                <a:ea typeface="Calibri"/>
                <a:cs typeface="Calibri"/>
              </a:rPr>
              <a:t>Done</a:t>
            </a:r>
            <a:endParaRPr lang="en-US" sz="900" b="1" dirty="0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6080760" y="3154680"/>
            <a:ext cx="2743200" cy="1691640"/>
          </a:xfrm>
          <a:prstGeom prst="roundRect">
            <a:avLst>
              <a:gd name="adj" fmla="val 4324"/>
            </a:avLst>
          </a:prstGeom>
          <a:solidFill>
            <a:srgbClr val="E4F2EC"/>
          </a:solidFill>
          <a:ln/>
          <a:effectLst>
            <a:outerShdw blurRad="76200" dist="25400" dir="5400000" algn="bl" rotWithShape="0">
              <a:srgbClr val="3A3A3A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46" name="Shape 44"/>
          <p:cNvSpPr/>
          <p:nvPr/>
        </p:nvSpPr>
        <p:spPr>
          <a:xfrm>
            <a:off x="6263640" y="3300984"/>
            <a:ext cx="347472" cy="347472"/>
          </a:xfrm>
          <a:prstGeom prst="ellipse">
            <a:avLst/>
          </a:prstGeom>
          <a:solidFill>
            <a:srgbClr val="0B6E4F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47" name="Text 45"/>
          <p:cNvSpPr/>
          <p:nvPr/>
        </p:nvSpPr>
        <p:spPr>
          <a:xfrm>
            <a:off x="6263640" y="33009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6718794" y="336501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6270804" y="3721674"/>
            <a:ext cx="23774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buSzPct val="100000"/>
              <a:buFont typeface="Arial"/>
              <a:buChar char="•"/>
            </a:pPr>
            <a:r>
              <a:rPr lang="en-US" sz="800" dirty="0">
                <a:solidFill>
                  <a:srgbClr val="5B6168"/>
                </a:solidFill>
                <a:ea typeface="+mn-lt"/>
                <a:cs typeface="+mn-lt"/>
              </a:rPr>
              <a:t> We classify the type of defect visible in a photo (scratch, deformation, structural damage, contamination...).</a:t>
            </a:r>
            <a:endParaRPr lang="en-US" sz="800" dirty="0">
              <a:solidFill>
                <a:srgbClr val="5B6168"/>
              </a:solidFill>
              <a:latin typeface="Calibri"/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sz="800" dirty="0">
                <a:solidFill>
                  <a:srgbClr val="5B6168"/>
                </a:solidFill>
                <a:ea typeface="+mn-lt"/>
                <a:cs typeface="+mn-lt"/>
              </a:rPr>
              <a:t> We use a curated </a:t>
            </a:r>
            <a:r>
              <a:rPr lang="en-US" sz="800" dirty="0" err="1">
                <a:solidFill>
                  <a:srgbClr val="5B6168"/>
                </a:solidFill>
                <a:ea typeface="+mn-lt"/>
                <a:cs typeface="+mn-lt"/>
              </a:rPr>
              <a:t>MVTec</a:t>
            </a:r>
            <a:r>
              <a:rPr lang="en-US" sz="800" dirty="0">
                <a:solidFill>
                  <a:srgbClr val="5B6168"/>
                </a:solidFill>
                <a:ea typeface="+mn-lt"/>
                <a:cs typeface="+mn-lt"/>
              </a:rPr>
              <a:t> AD image set — only categories relevant to motors and VFDs (cable, metal nut, screw, transistor).</a:t>
            </a:r>
            <a:endParaRPr lang="en-US" dirty="0"/>
          </a:p>
          <a:p>
            <a:pPr marL="127000" indent="-1270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endParaRPr lang="en-US" sz="800" dirty="0">
              <a:solidFill>
                <a:srgbClr val="5B6168"/>
              </a:solidFill>
              <a:ea typeface="Calibri"/>
              <a:cs typeface="Calibri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7298180" y="4479804"/>
            <a:ext cx="10744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51" name="Text 49"/>
          <p:cNvSpPr/>
          <p:nvPr/>
        </p:nvSpPr>
        <p:spPr>
          <a:xfrm>
            <a:off x="7298180" y="4468679"/>
            <a:ext cx="10744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9006840" y="3154680"/>
            <a:ext cx="2743200" cy="1691640"/>
          </a:xfrm>
          <a:prstGeom prst="roundRect">
            <a:avLst>
              <a:gd name="adj" fmla="val 4324"/>
            </a:avLst>
          </a:prstGeom>
          <a:solidFill>
            <a:srgbClr val="E4F2EC"/>
          </a:solidFill>
          <a:ln/>
          <a:effectLst>
            <a:outerShdw blurRad="76200" dist="25400" dir="5400000" algn="bl" rotWithShape="0">
              <a:srgbClr val="3A3A3A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53" name="Shape 51"/>
          <p:cNvSpPr/>
          <p:nvPr/>
        </p:nvSpPr>
        <p:spPr>
          <a:xfrm>
            <a:off x="9189720" y="3300984"/>
            <a:ext cx="347472" cy="347472"/>
          </a:xfrm>
          <a:prstGeom prst="ellipse">
            <a:avLst/>
          </a:prstGeom>
          <a:solidFill>
            <a:srgbClr val="0B6E4F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54" name="Text 52"/>
          <p:cNvSpPr/>
          <p:nvPr/>
        </p:nvSpPr>
        <p:spPr>
          <a:xfrm>
            <a:off x="9189720" y="33009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9644874" y="336501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Validator</a:t>
            </a:r>
            <a:endParaRPr lang="en-US" sz="1150" dirty="0"/>
          </a:p>
        </p:txBody>
      </p:sp>
      <p:sp>
        <p:nvSpPr>
          <p:cNvPr id="56" name="Text 54"/>
          <p:cNvSpPr/>
          <p:nvPr/>
        </p:nvSpPr>
        <p:spPr>
          <a:xfrm>
            <a:off x="9196884" y="3721674"/>
            <a:ext cx="23774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buSzPct val="100000"/>
              <a:buFont typeface="Arial"/>
              <a:buChar char="•"/>
            </a:pPr>
            <a:r>
              <a:rPr lang="en-US" sz="800">
                <a:solidFill>
                  <a:srgbClr val="5B6168"/>
                </a:solidFill>
                <a:ea typeface="+mn-lt"/>
                <a:cs typeface="+mn-lt"/>
              </a:rPr>
              <a:t> We check whether the model's answer states safety precautions before any recommended repair step.</a:t>
            </a:r>
            <a:endParaRPr lang="en-US" sz="8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sz="800">
                <a:solidFill>
                  <a:srgbClr val="5B6168"/>
                </a:solidFill>
                <a:ea typeface="+mn-lt"/>
                <a:cs typeface="+mn-lt"/>
              </a:rPr>
              <a:t> We use an LLM judge plus a deterministic keyword cross-check, and audit every answer in the evaluation notebook.</a:t>
            </a:r>
            <a:endParaRPr lang="en-US"/>
          </a:p>
          <a:p>
            <a:pPr>
              <a:buFont typeface="Arial"/>
              <a:buChar char="•"/>
            </a:pPr>
            <a:r>
              <a:rPr lang="en-US" sz="800">
                <a:solidFill>
                  <a:srgbClr val="5B6168"/>
                </a:solidFill>
                <a:ea typeface="+mn-lt"/>
                <a:cs typeface="+mn-lt"/>
              </a:rPr>
              <a:t> Not yet a live blocking gate in the app -- measured failure rate: 40.0% for the agent vs. 94.1% for an uncontracted baseline.</a:t>
            </a:r>
            <a:endParaRPr lang="en-US"/>
          </a:p>
          <a:p>
            <a:pPr marL="127000" indent="-1270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endParaRPr lang="en-US" sz="800" dirty="0">
              <a:solidFill>
                <a:srgbClr val="5B6168"/>
              </a:solidFill>
              <a:ea typeface="Calibri"/>
              <a:cs typeface="Calibri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10224260" y="4479804"/>
            <a:ext cx="10744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58" name="Text 56"/>
          <p:cNvSpPr/>
          <p:nvPr/>
        </p:nvSpPr>
        <p:spPr>
          <a:xfrm>
            <a:off x="10224260" y="4468679"/>
            <a:ext cx="10744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3154680" y="5029200"/>
            <a:ext cx="2743200" cy="1691640"/>
          </a:xfrm>
          <a:prstGeom prst="roundRect">
            <a:avLst>
              <a:gd name="adj" fmla="val 4324"/>
            </a:avLst>
          </a:prstGeom>
          <a:solidFill>
            <a:srgbClr val="E4F2EC"/>
          </a:solidFill>
          <a:ln/>
          <a:effectLst>
            <a:outerShdw blurRad="76200" dist="25400" dir="5400000" algn="bl" rotWithShape="0">
              <a:srgbClr val="3A3A3A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60" name="Shape 58"/>
          <p:cNvSpPr/>
          <p:nvPr/>
        </p:nvSpPr>
        <p:spPr>
          <a:xfrm>
            <a:off x="3337560" y="5175504"/>
            <a:ext cx="347472" cy="347472"/>
          </a:xfrm>
          <a:prstGeom prst="ellipse">
            <a:avLst/>
          </a:prstGeom>
          <a:solidFill>
            <a:srgbClr val="0B6E4F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61" name="Text 59"/>
          <p:cNvSpPr/>
          <p:nvPr/>
        </p:nvSpPr>
        <p:spPr>
          <a:xfrm>
            <a:off x="3337560" y="51755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3792714" y="52395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Agent</a:t>
            </a:r>
            <a:endParaRPr lang="en-US" sz="1150" dirty="0"/>
          </a:p>
        </p:txBody>
      </p:sp>
      <p:sp>
        <p:nvSpPr>
          <p:cNvPr id="63" name="Text 61"/>
          <p:cNvSpPr/>
          <p:nvPr/>
        </p:nvSpPr>
        <p:spPr>
          <a:xfrm>
            <a:off x="3344724" y="5596194"/>
            <a:ext cx="23774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buSzPct val="100000"/>
              <a:buFont typeface="Arial"/>
              <a:buChar char="•"/>
            </a:pPr>
            <a:r>
              <a:rPr lang="en-US" sz="800">
                <a:solidFill>
                  <a:srgbClr val="5B6168"/>
                </a:solidFill>
                <a:ea typeface="+mn-lt"/>
                <a:cs typeface="+mn-lt"/>
              </a:rPr>
              <a:t> We build an "agent" that decides on its own which tool to use.</a:t>
            </a:r>
            <a:endParaRPr lang="en-US" sz="8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sz="800">
                <a:solidFill>
                  <a:srgbClr val="5B6168"/>
                </a:solidFill>
                <a:ea typeface="+mn-lt"/>
                <a:cs typeface="+mn-lt"/>
              </a:rPr>
              <a:t> It chooses between manuals, history, or image, depending on the question.</a:t>
            </a:r>
            <a:endParaRPr lang="en-US"/>
          </a:p>
          <a:p>
            <a:pPr>
              <a:buFont typeface="Arial"/>
              <a:buChar char="•"/>
            </a:pPr>
            <a:r>
              <a:rPr lang="en-US" sz="800">
                <a:solidFill>
                  <a:srgbClr val="5B6168"/>
                </a:solidFill>
                <a:ea typeface="+mn-lt"/>
                <a:cs typeface="+mn-lt"/>
              </a:rPr>
              <a:t> It combines the information from all of them before answering.</a:t>
            </a:r>
            <a:endParaRPr lang="en-US"/>
          </a:p>
          <a:p>
            <a:pPr marL="127000" indent="-1270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endParaRPr lang="en-US" sz="800" dirty="0">
              <a:solidFill>
                <a:srgbClr val="5B6168"/>
              </a:solidFill>
              <a:ea typeface="Calibri"/>
              <a:cs typeface="Calibri"/>
            </a:endParaRPr>
          </a:p>
        </p:txBody>
      </p:sp>
      <p:sp>
        <p:nvSpPr>
          <p:cNvPr id="64" name="Shape 62"/>
          <p:cNvSpPr/>
          <p:nvPr/>
        </p:nvSpPr>
        <p:spPr>
          <a:xfrm>
            <a:off x="4360976" y="6354324"/>
            <a:ext cx="10744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65" name="Text 63"/>
          <p:cNvSpPr/>
          <p:nvPr/>
        </p:nvSpPr>
        <p:spPr>
          <a:xfrm>
            <a:off x="4372100" y="6354324"/>
            <a:ext cx="10744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080760" y="5029200"/>
            <a:ext cx="2743200" cy="1691640"/>
          </a:xfrm>
          <a:prstGeom prst="roundRect">
            <a:avLst>
              <a:gd name="adj" fmla="val 4324"/>
            </a:avLst>
          </a:prstGeom>
          <a:solidFill>
            <a:srgbClr val="E4F2EC"/>
          </a:solidFill>
          <a:ln/>
          <a:effectLst>
            <a:outerShdw blurRad="76200" dist="25400" dir="5400000" algn="bl" rotWithShape="0">
              <a:srgbClr val="3A3A3A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67" name="Shape 65"/>
          <p:cNvSpPr/>
          <p:nvPr/>
        </p:nvSpPr>
        <p:spPr>
          <a:xfrm>
            <a:off x="6263640" y="5175504"/>
            <a:ext cx="347472" cy="347472"/>
          </a:xfrm>
          <a:prstGeom prst="ellipse">
            <a:avLst/>
          </a:prstGeom>
          <a:solidFill>
            <a:srgbClr val="0B6E4F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68" name="Text 66"/>
          <p:cNvSpPr/>
          <p:nvPr/>
        </p:nvSpPr>
        <p:spPr>
          <a:xfrm>
            <a:off x="6263640" y="51755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300" dirty="0"/>
          </a:p>
        </p:txBody>
      </p:sp>
      <p:sp>
        <p:nvSpPr>
          <p:cNvPr id="69" name="Text 67"/>
          <p:cNvSpPr/>
          <p:nvPr/>
        </p:nvSpPr>
        <p:spPr>
          <a:xfrm>
            <a:off x="6718794" y="52395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150" dirty="0"/>
          </a:p>
        </p:txBody>
      </p:sp>
      <p:sp>
        <p:nvSpPr>
          <p:cNvPr id="70" name="Text 68"/>
          <p:cNvSpPr/>
          <p:nvPr/>
        </p:nvSpPr>
        <p:spPr>
          <a:xfrm>
            <a:off x="6270804" y="5596194"/>
            <a:ext cx="23774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buSzPct val="100000"/>
              <a:buFont typeface="Arial"/>
              <a:buChar char="•"/>
            </a:pPr>
            <a:r>
              <a:rPr lang="en-US" sz="800">
                <a:solidFill>
                  <a:srgbClr val="5B6168"/>
                </a:solidFill>
                <a:ea typeface="+mn-lt"/>
                <a:cs typeface="+mn-lt"/>
              </a:rPr>
              <a:t> The system remembers what was said earlier in the same conversation.</a:t>
            </a:r>
            <a:endParaRPr lang="en-US" sz="800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sz="800">
                <a:solidFill>
                  <a:srgbClr val="5B6168"/>
                </a:solidFill>
                <a:ea typeface="+mn-lt"/>
                <a:cs typeface="+mn-lt"/>
              </a:rPr>
              <a:t> It also keeps memory tied to each specific machine.</a:t>
            </a:r>
            <a:endParaRPr lang="en-US"/>
          </a:p>
          <a:p>
            <a:pPr>
              <a:buFont typeface="Arial"/>
              <a:buChar char="•"/>
            </a:pPr>
            <a:r>
              <a:rPr lang="en-US" sz="800">
                <a:solidFill>
                  <a:srgbClr val="5B6168"/>
                </a:solidFill>
                <a:ea typeface="+mn-lt"/>
                <a:cs typeface="+mn-lt"/>
              </a:rPr>
              <a:t> We test it with a follow-up question.</a:t>
            </a:r>
            <a:endParaRPr lang="en-US"/>
          </a:p>
          <a:p>
            <a:pPr marL="127000" indent="-1270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endParaRPr lang="en-US" sz="800" dirty="0">
              <a:solidFill>
                <a:srgbClr val="5B6168"/>
              </a:solidFill>
              <a:ea typeface="Calibri"/>
              <a:cs typeface="Calibri"/>
            </a:endParaRPr>
          </a:p>
        </p:txBody>
      </p:sp>
      <p:sp>
        <p:nvSpPr>
          <p:cNvPr id="71" name="Shape 69"/>
          <p:cNvSpPr/>
          <p:nvPr/>
        </p:nvSpPr>
        <p:spPr>
          <a:xfrm>
            <a:off x="7287056" y="6354324"/>
            <a:ext cx="10744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72" name="Text 70"/>
          <p:cNvSpPr/>
          <p:nvPr/>
        </p:nvSpPr>
        <p:spPr>
          <a:xfrm>
            <a:off x="7298180" y="6354324"/>
            <a:ext cx="10744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9006840" y="5029200"/>
            <a:ext cx="2743200" cy="1691640"/>
          </a:xfrm>
          <a:prstGeom prst="roundRect">
            <a:avLst>
              <a:gd name="adj" fmla="val 4324"/>
            </a:avLst>
          </a:prstGeom>
          <a:solidFill>
            <a:srgbClr val="E4F2EC"/>
          </a:solidFill>
          <a:ln/>
          <a:effectLst>
            <a:outerShdw blurRad="76200" dist="25400" dir="5400000" algn="bl" rotWithShape="0">
              <a:srgbClr val="3A3A3A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74" name="Shape 72"/>
          <p:cNvSpPr/>
          <p:nvPr/>
        </p:nvSpPr>
        <p:spPr>
          <a:xfrm>
            <a:off x="9189720" y="5175504"/>
            <a:ext cx="347472" cy="347472"/>
          </a:xfrm>
          <a:prstGeom prst="ellipse">
            <a:avLst/>
          </a:prstGeom>
          <a:solidFill>
            <a:srgbClr val="0B6E4F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75" name="Text 73"/>
          <p:cNvSpPr/>
          <p:nvPr/>
        </p:nvSpPr>
        <p:spPr>
          <a:xfrm>
            <a:off x="9189720" y="51755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300" dirty="0"/>
          </a:p>
        </p:txBody>
      </p:sp>
      <p:sp>
        <p:nvSpPr>
          <p:cNvPr id="76" name="Text 74"/>
          <p:cNvSpPr/>
          <p:nvPr/>
        </p:nvSpPr>
        <p:spPr>
          <a:xfrm>
            <a:off x="9644874" y="52395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150" dirty="0"/>
          </a:p>
        </p:txBody>
      </p:sp>
      <p:sp>
        <p:nvSpPr>
          <p:cNvPr id="77" name="Text 75"/>
          <p:cNvSpPr/>
          <p:nvPr/>
        </p:nvSpPr>
        <p:spPr>
          <a:xfrm>
            <a:off x="9196884" y="5596194"/>
            <a:ext cx="23774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buSzPct val="100000"/>
              <a:buFont typeface="Arial"/>
              <a:buChar char="•"/>
            </a:pPr>
            <a:r>
              <a:rPr lang="en-US" sz="800">
                <a:solidFill>
                  <a:srgbClr val="5B6168"/>
                </a:solidFill>
                <a:ea typeface="+mn-lt"/>
                <a:cs typeface="+mn-lt"/>
              </a:rPr>
              <a:t> We create questions with already-known correct answers.</a:t>
            </a:r>
            <a:endParaRPr lang="en-US" sz="8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sz="800">
                <a:solidFill>
                  <a:srgbClr val="5B6168"/>
                </a:solidFill>
                <a:ea typeface="+mn-lt"/>
                <a:cs typeface="+mn-lt"/>
              </a:rPr>
              <a:t> We measure whether the system answers correctly and cites properly.</a:t>
            </a:r>
            <a:endParaRPr lang="en-US"/>
          </a:p>
          <a:p>
            <a:pPr>
              <a:buFont typeface="Arial"/>
              <a:buChar char="•"/>
            </a:pPr>
            <a:r>
              <a:rPr lang="en-US" sz="800">
                <a:solidFill>
                  <a:srgbClr val="5B6168"/>
                </a:solidFill>
                <a:ea typeface="+mn-lt"/>
                <a:cs typeface="+mn-lt"/>
              </a:rPr>
              <a:t> We compare versions to see if a change made things better or worse.</a:t>
            </a:r>
            <a:endParaRPr lang="en-US"/>
          </a:p>
          <a:p>
            <a:pPr marL="127000" indent="-1270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endParaRPr lang="en-US" sz="800" dirty="0">
              <a:solidFill>
                <a:srgbClr val="5B6168"/>
              </a:solidFill>
              <a:ea typeface="Calibri"/>
              <a:cs typeface="Calibri"/>
            </a:endParaRPr>
          </a:p>
        </p:txBody>
      </p:sp>
      <p:sp>
        <p:nvSpPr>
          <p:cNvPr id="78" name="Shape 76"/>
          <p:cNvSpPr/>
          <p:nvPr/>
        </p:nvSpPr>
        <p:spPr>
          <a:xfrm>
            <a:off x="10224260" y="6354324"/>
            <a:ext cx="10744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79" name="Text 77"/>
          <p:cNvSpPr/>
          <p:nvPr/>
        </p:nvSpPr>
        <p:spPr>
          <a:xfrm>
            <a:off x="10224260" y="6343199"/>
            <a:ext cx="10744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6356353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9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Core Requirements Checklist (added 2026-08-19)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9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2C6187"/>
                </a:solidFill>
              </a:defRPr>
            </a:pPr>
            <a:r>
              <a:t>Cross-checked against the official bootcamp spec, 2026-08-19 — all 7 requirements ✅ Done as of 2026-08-21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54480"/>
          <a:ext cx="11094719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22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51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4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Requirement (bootcamp spec)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Notes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 Retrieval-Augmented Generation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E7A3C"/>
                          </a:solidFill>
                        </a:defRPr>
                      </a:pPr>
                      <a:r>
                        <a:t>Done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Chroma vector DB, citations in every answer (factory_floor/rag.py)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2. Agents (tool choice + memory)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B02A2A"/>
                          </a:solidFill>
                        </a:defRPr>
                      </a:pPr>
                      <a:r>
                        <a:rPr>
                          <a:solidFill>
                            <a:srgbClr val="1E7A3C"/>
                          </a:solidFill>
                        </a:rPr>
                        <a:t>Done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factory_floor/agent.py — a real agentic architecture (langchain.agents.create_agent, LangGraph under the hood) with search_manuals and get_maintenance_history tools; the model decides which to call, combines them with any photo classification, and asks a clarifying question instead of guessing when signals conflict (verified with a real conflicting-signals test). Memory carried via the existing session turns/chat history.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3. Tracing / Observability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B02A2A"/>
                          </a:solidFill>
                        </a:defRPr>
                      </a:pPr>
                      <a:r>
                        <a:t>Done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LangSmith, dedicated “factory-floor” project (factory_floor/tracing.py, does not touch the shared .env). Every agent/baseline run is tagged, named, and returns a run_id; a real multi-step trace (2 tools, in order) verified live in notebooks/08_tracing_observability.ipynb, alongside a single-chain baseline trace and a zero-tool-call reasoning trace.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4. Multimodal 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B88600"/>
                          </a:solidFill>
                        </a:defRPr>
                      </a:pPr>
                      <a:r>
                        <a:rPr>
                          <a:solidFill>
                            <a:srgbClr val="1E7A3C"/>
                          </a:solidFill>
                        </a:rPr>
                        <a:t>Done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Defect classification over curated MVTec AD subset (cable, metal_nut, screw, transistor) — factory_floor/vision.py. Trained classifier 82.2% accuracy vs. 77.1% majority-class / 42.5% zero-shot-LLM baselines on a held-out test split. Each classified photo also gets an LLM-generated recommended-actions response (safety precautions first, explicitly not manual-grounded) and joins the same conversation/follow-up flow as text questions in app.py.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5. Evaluation + baseline benchmarking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B02A2A"/>
                          </a:solidFill>
                        </a:defRPr>
                      </a:pPr>
                      <a:r>
                        <a:t>Done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37 troubleshooting scenarios (eval_scenarios.csv) scored via factory_floor/evaluation.py, agent vs. baseline (rag.ask()): root-cause 78.4% vs. 75.7%, evidence 45.9% vs. 48.6%. 3 structural comparisons in notebooks/10_evaluation_baseline.ipynb: machine-history awareness (baseline 0%, structural), conflict handling (agent asks a clarifying question, baseline does not), and the safety audit (agent 40.0% precaution-ordering failure rate vs. baseline 94.1%, reported honestly). Vision (item 4) supplies the defect-classification accuracy part of this requirement.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6. Deployment (web app)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E7A3C"/>
                          </a:solidFill>
                        </a:defRPr>
                      </a:pPr>
                      <a:r>
                        <a:t>Done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Streamlit app, runs locally (app.py)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7. Final presentation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555555"/>
                          </a:solidFill>
                        </a:defRPr>
                      </a:pPr>
                      <a:r>
                        <a:t>N/A (end of project)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Delivered live at the end of the 5-week timeline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9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Item 05 — Computer Vision: Scope Correction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9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2C6187"/>
                </a:solidFill>
              </a:defRPr>
            </a:pPr>
            <a:r>
              <a:t>The internal roadmap description did not match the official graded requirement — corrected 2026-08-19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9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Previous internal description (incorrect):</a:t>
            </a:r>
          </a:p>
          <a:p>
            <a:pPr>
              <a:spcAft>
                <a:spcPts val="1000"/>
              </a:spcAft>
              <a:defRPr sz="1300" b="0">
                <a:solidFill>
                  <a:srgbClr val="555555"/>
                </a:solidFill>
              </a:defRPr>
            </a:pPr>
            <a:r>
              <a:t>• “The user uploads a photo (nameplate or fault display). The system reads that image and extracts useful info (fault code, model).”</a:t>
            </a:r>
          </a:p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Official spec requirement (“multimodal core”, non-negotiable):</a:t>
            </a:r>
          </a:p>
          <a:p>
            <a:pPr>
              <a:spcAft>
                <a:spcPts val="1000"/>
              </a:spcAft>
              <a:defRPr sz="1300" b="0">
                <a:solidFill>
                  <a:srgbClr val="2C6187"/>
                </a:solidFill>
              </a:defRPr>
            </a:pPr>
            <a:r>
              <a:t>• “Build the vision path over defect images: classify the type of defect visible in the photograph — a scratch, a crack, contamination, and so on.”</a:t>
            </a:r>
          </a:p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Dataset — curated, not generic:</a:t>
            </a:r>
          </a:p>
          <a:p>
            <a:pPr>
              <a:spcAft>
                <a:spcPts val="1000"/>
              </a:spcAft>
              <a:defRPr sz="1300" b="0">
                <a:solidFill>
                  <a:srgbClr val="555555"/>
                </a:solidFill>
              </a:defRPr>
            </a:pPr>
            <a:r>
              <a:t>• MVTec Anomaly Detection, restricted to 4 categories physically plausible on/around motors and VFDs: cable, metal_nut, screw, transistor. The other 11 generic MVTec categories (bottle, hazelnut, toothbrush, ...) are deliberately excluded.</a:t>
            </a:r>
          </a:p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Evaluation requirement:</a:t>
            </a:r>
          </a:p>
          <a:p>
            <a:pPr>
              <a:spcAft>
                <a:spcPts val="1000"/>
              </a:spcAft>
              <a:defRPr sz="1300" b="0">
                <a:solidFill>
                  <a:srgbClr val="555555"/>
                </a:solidFill>
              </a:defRPr>
            </a:pPr>
            <a:r>
              <a:t>• Defect-classification accuracy on a held-out test split, benchmarked against a simpler baseline (zero-shot vision-LLM vs. a trained classifier).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F2A33"/>
                </a:solidFill>
                <a:latin typeface="Cambria"/>
              </a:rPr>
              <a:t>Status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96112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168"/>
                </a:solidFill>
                <a:latin typeface="Calibri"/>
              </a:rPr>
              <a:t>The Factory Floor — Industrial Maintenance Copilot (Motors + Variable-Frequency Drives)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11247120" cy="1051560"/>
          </a:xfrm>
          <a:prstGeom prst="roundRect">
            <a:avLst>
              <a:gd name="adj" fmla="val 5000"/>
            </a:avLst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109728" bIns="109728"/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✅   ALL MINIMUM REQUIREMENTS COMPLETE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4F2EC"/>
                </a:solidFill>
                <a:latin typeface="Calibri"/>
              </a:rPr>
              <a:t>7 of 7 bootcamp core requirements  ·  9 of 9 roadmap items  ·  RAG · Agent · Tracing · Vision · Evaluation · Safety · Deployment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11247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B6E4F"/>
                </a:solidFill>
                <a:latin typeface="Calibri"/>
              </a:rPr>
              <a:t>WHAT COMES NEXT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127248"/>
            <a:ext cx="3566160" cy="3063240"/>
          </a:xfrm>
          <a:prstGeom prst="roundRect">
            <a:avLst>
              <a:gd name="adj" fmla="val 5000"/>
            </a:avLst>
          </a:prstGeom>
          <a:solidFill>
            <a:srgbClr val="FCED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3127248"/>
            <a:ext cx="3566160" cy="82296"/>
          </a:xfrm>
          <a:prstGeom prst="rect">
            <a:avLst/>
          </a:prstGeom>
          <a:solidFill>
            <a:srgbClr val="C98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3364992"/>
            <a:ext cx="1234440" cy="256032"/>
          </a:xfrm>
          <a:prstGeom prst="roundRect">
            <a:avLst>
              <a:gd name="adj" fmla="val 5000"/>
            </a:avLst>
          </a:prstGeom>
          <a:solidFill>
            <a:srgbClr val="C98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IN PROGRESS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730752"/>
            <a:ext cx="3163824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1F2A33"/>
                </a:solidFill>
                <a:latin typeface="Calibri"/>
              </a:rPr>
              <a:t>Alphanumeric fault codes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5B6168"/>
                </a:solidFill>
                <a:latin typeface="Calibri"/>
              </a:rPr>
              <a:t>Embedding search is unreliable for exact codes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5B6168"/>
                </a:solidFill>
                <a:latin typeface="Calibri"/>
              </a:rPr>
              <a:t>such as F30021 unless a symptom is typed too.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5B6168"/>
                </a:solidFill>
                <a:latin typeface="Calibri"/>
              </a:rPr>
              <a:t> 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5B6168"/>
                </a:solidFill>
                <a:latin typeface="Calibri"/>
              </a:rPr>
              <a:t>Currently being worked on — the likely direction is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5B6168"/>
                </a:solidFill>
                <a:latin typeface="Calibri"/>
              </a:rPr>
              <a:t>hybrid lexical + semantic retrieval, or a guardrail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5B6168"/>
                </a:solidFill>
                <a:latin typeface="Calibri"/>
              </a:rPr>
              <a:t>that verifies the code literally appears in the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5B6168"/>
                </a:solidFill>
                <a:latin typeface="Calibri"/>
              </a:rPr>
              <a:t>retrieved context before answering.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3127248"/>
            <a:ext cx="3566160" cy="3063240"/>
          </a:xfrm>
          <a:prstGeom prst="roundRect">
            <a:avLst>
              <a:gd name="adj" fmla="val 5000"/>
            </a:avLst>
          </a:prstGeom>
          <a:solidFill>
            <a:srgbClr val="F1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60" y="3127248"/>
            <a:ext cx="3566160" cy="82296"/>
          </a:xfrm>
          <a:prstGeom prst="rect">
            <a:avLst/>
          </a:prstGeom>
          <a:solidFill>
            <a:srgbClr val="BF5B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53128" y="3364992"/>
            <a:ext cx="1234440" cy="256032"/>
          </a:xfrm>
          <a:prstGeom prst="roundRect">
            <a:avLst>
              <a:gd name="adj" fmla="val 5000"/>
            </a:avLst>
          </a:prstGeom>
          <a:solidFill>
            <a:srgbClr val="BF5B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NEXT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53128" y="3730752"/>
            <a:ext cx="3163824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1F2A33"/>
                </a:solidFill>
                <a:latin typeface="Calibri"/>
              </a:rPr>
              <a:t>Extensive real-world testing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5B6168"/>
                </a:solidFill>
                <a:latin typeface="Calibri"/>
              </a:rPr>
              <a:t>Drive the running app repeatedly, across many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5B6168"/>
                </a:solidFill>
                <a:latin typeface="Calibri"/>
              </a:rPr>
              <a:t>machines, codes and phrasings.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5B6168"/>
                </a:solidFill>
                <a:latin typeface="Calibri"/>
              </a:rPr>
              <a:t> 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5B6168"/>
                </a:solidFill>
                <a:latin typeface="Calibri"/>
              </a:rPr>
              <a:t>Notebooks prove each part in isolation; only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5B6168"/>
                </a:solidFill>
                <a:latin typeface="Calibri"/>
              </a:rPr>
              <a:t>sustained hands-on use surfaces the failures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5B6168"/>
                </a:solidFill>
                <a:latin typeface="Calibri"/>
              </a:rPr>
              <a:t>that matter to an operator.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3127248"/>
            <a:ext cx="3566160" cy="3063240"/>
          </a:xfrm>
          <a:prstGeom prst="roundRect">
            <a:avLst>
              <a:gd name="adj" fmla="val 5000"/>
            </a:avLst>
          </a:prstGeom>
          <a:solidFill>
            <a:srgbClr val="F1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3127248"/>
            <a:ext cx="3566160" cy="82296"/>
          </a:xfrm>
          <a:prstGeom prst="rect">
            <a:avLst/>
          </a:prstGeom>
          <a:solidFill>
            <a:srgbClr val="8A90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47888" y="3364992"/>
            <a:ext cx="1234440" cy="256032"/>
          </a:xfrm>
          <a:prstGeom prst="roundRect">
            <a:avLst>
              <a:gd name="adj" fmla="val 5000"/>
            </a:avLst>
          </a:prstGeom>
          <a:solidFill>
            <a:srgbClr val="8A90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EXPLORING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3730752"/>
            <a:ext cx="3163824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1F2A33"/>
                </a:solidFill>
                <a:latin typeface="Calibri"/>
              </a:rPr>
              <a:t>Audio diagnostics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5B6168"/>
                </a:solidFill>
                <a:latin typeface="Calibri"/>
              </a:rPr>
              <a:t>The operator uploads the sound the machine was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5B6168"/>
                </a:solidFill>
                <a:latin typeface="Calibri"/>
              </a:rPr>
              <a:t>making; the system suggests a likely fault.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5B6168"/>
                </a:solidFill>
                <a:latin typeface="Calibri"/>
              </a:rPr>
              <a:t> 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5B6168"/>
                </a:solidFill>
                <a:latin typeface="Calibri"/>
              </a:rPr>
              <a:t>Not required by the core requirements — the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5B6168"/>
                </a:solidFill>
                <a:latin typeface="Calibri"/>
              </a:rPr>
              <a:t>multimodal component is already satisfied by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5B6168"/>
                </a:solidFill>
                <a:latin typeface="Calibri"/>
              </a:rPr>
              <a:t>vision. A genuine extra.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19088"/>
            <a:ext cx="11247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8A9096"/>
                </a:solidFill>
                <a:latin typeface="Calibri"/>
              </a:rPr>
              <a:t>Status as of 25 August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4cde0bb8-21e0-4ae3-9906-7ac25165b779}" enabled="1" method="Privileged" siteId="{d852d5cd-724c-4128-8812-ffa5db3f850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945</Words>
  <Application>Microsoft Office PowerPoint</Application>
  <PresentationFormat>Widescreen</PresentationFormat>
  <Paragraphs>132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MARCELO CORREIA (EXTERNAL)</cp:lastModifiedBy>
  <cp:revision>203</cp:revision>
  <dcterms:created xsi:type="dcterms:W3CDTF">2026-08-13T16:50:37Z</dcterms:created>
  <dcterms:modified xsi:type="dcterms:W3CDTF">2026-08-19T12:45:25Z</dcterms:modified>
</cp:coreProperties>
</file>